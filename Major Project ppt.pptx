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4" r:id="rId1"/>
  </p:sldMasterIdLst>
  <p:notesMasterIdLst>
    <p:notesMasterId r:id="rId14"/>
  </p:notesMasterIdLst>
  <p:sldIdLst>
    <p:sldId id="270" r:id="rId2"/>
    <p:sldId id="261" r:id="rId3"/>
    <p:sldId id="257" r:id="rId4"/>
    <p:sldId id="262" r:id="rId5"/>
    <p:sldId id="263" r:id="rId6"/>
    <p:sldId id="264" r:id="rId7"/>
    <p:sldId id="265" r:id="rId8"/>
    <p:sldId id="266" r:id="rId9"/>
    <p:sldId id="267" r:id="rId10"/>
    <p:sldId id="271" r:id="rId11"/>
    <p:sldId id="273"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9D7596-D898-418A-83A0-8F98F84CC712}" v="35" dt="2026-02-20T11:32:14.6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78" autoAdjust="0"/>
    <p:restoredTop sz="94660"/>
  </p:normalViewPr>
  <p:slideViewPr>
    <p:cSldViewPr snapToGrid="0">
      <p:cViewPr varScale="1">
        <p:scale>
          <a:sx n="75" d="100"/>
          <a:sy n="75" d="100"/>
        </p:scale>
        <p:origin x="73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yam Prajapati" userId="1e9feb4e97c03e5a" providerId="LiveId" clId="{A2386441-62E7-4411-8B5F-04595330628F}"/>
    <pc:docChg chg="undo custSel addSld delSld modSld modMainMaster">
      <pc:chgData name="Shyam Prajapati" userId="1e9feb4e97c03e5a" providerId="LiveId" clId="{A2386441-62E7-4411-8B5F-04595330628F}" dt="2026-03-26T08:10:52.213" v="546" actId="20577"/>
      <pc:docMkLst>
        <pc:docMk/>
      </pc:docMkLst>
      <pc:sldChg chg="modSp mod">
        <pc:chgData name="Shyam Prajapati" userId="1e9feb4e97c03e5a" providerId="LiveId" clId="{A2386441-62E7-4411-8B5F-04595330628F}" dt="2026-03-26T08:10:52.213" v="546" actId="20577"/>
        <pc:sldMkLst>
          <pc:docMk/>
          <pc:sldMk cId="1419032405" sldId="261"/>
        </pc:sldMkLst>
        <pc:spChg chg="mod">
          <ac:chgData name="Shyam Prajapati" userId="1e9feb4e97c03e5a" providerId="LiveId" clId="{A2386441-62E7-4411-8B5F-04595330628F}" dt="2026-03-26T08:10:52.213" v="546" actId="20577"/>
          <ac:spMkLst>
            <pc:docMk/>
            <pc:sldMk cId="1419032405" sldId="261"/>
            <ac:spMk id="3" creationId="{00000000-0000-0000-0000-000000000000}"/>
          </ac:spMkLst>
        </pc:spChg>
      </pc:sldChg>
      <pc:sldChg chg="addSp delSp modSp new mod">
        <pc:chgData name="Shyam Prajapati" userId="1e9feb4e97c03e5a" providerId="LiveId" clId="{A2386441-62E7-4411-8B5F-04595330628F}" dt="2026-03-26T08:08:25.799" v="519" actId="1076"/>
        <pc:sldMkLst>
          <pc:docMk/>
          <pc:sldMk cId="3420055429" sldId="271"/>
        </pc:sldMkLst>
        <pc:spChg chg="del">
          <ac:chgData name="Shyam Prajapati" userId="1e9feb4e97c03e5a" providerId="LiveId" clId="{A2386441-62E7-4411-8B5F-04595330628F}" dt="2026-03-26T05:29:46.890" v="504" actId="478"/>
          <ac:spMkLst>
            <pc:docMk/>
            <pc:sldMk cId="3420055429" sldId="271"/>
            <ac:spMk id="4" creationId="{D06C5E69-A315-7669-8004-408284FDD7B9}"/>
          </ac:spMkLst>
        </pc:spChg>
        <pc:spChg chg="add mod">
          <ac:chgData name="Shyam Prajapati" userId="1e9feb4e97c03e5a" providerId="LiveId" clId="{A2386441-62E7-4411-8B5F-04595330628F}" dt="2026-03-26T08:08:19.338" v="518" actId="1076"/>
          <ac:spMkLst>
            <pc:docMk/>
            <pc:sldMk cId="3420055429" sldId="271"/>
            <ac:spMk id="7" creationId="{09ABCB64-75FA-9062-6945-25F63907984A}"/>
          </ac:spMkLst>
        </pc:spChg>
        <pc:spChg chg="add mod">
          <ac:chgData name="Shyam Prajapati" userId="1e9feb4e97c03e5a" providerId="LiveId" clId="{A2386441-62E7-4411-8B5F-04595330628F}" dt="2026-03-26T05:29:12.841" v="498" actId="1076"/>
          <ac:spMkLst>
            <pc:docMk/>
            <pc:sldMk cId="3420055429" sldId="271"/>
            <ac:spMk id="8" creationId="{B66F2F18-0DB6-1AC1-6521-C58A7A85908A}"/>
          </ac:spMkLst>
        </pc:spChg>
        <pc:spChg chg="add mod">
          <ac:chgData name="Shyam Prajapati" userId="1e9feb4e97c03e5a" providerId="LiveId" clId="{A2386441-62E7-4411-8B5F-04595330628F}" dt="2026-03-26T08:08:25.799" v="519" actId="1076"/>
          <ac:spMkLst>
            <pc:docMk/>
            <pc:sldMk cId="3420055429" sldId="271"/>
            <ac:spMk id="9" creationId="{7349E3BC-B0B0-5E82-DFBB-C11C600B961D}"/>
          </ac:spMkLst>
        </pc:spChg>
        <pc:spChg chg="add mod">
          <ac:chgData name="Shyam Prajapati" userId="1e9feb4e97c03e5a" providerId="LiveId" clId="{A2386441-62E7-4411-8B5F-04595330628F}" dt="2026-03-26T05:29:19.998" v="500" actId="1076"/>
          <ac:spMkLst>
            <pc:docMk/>
            <pc:sldMk cId="3420055429" sldId="271"/>
            <ac:spMk id="19" creationId="{5EA9BFEB-7EA8-8452-B6F9-B63CFD1B9E92}"/>
          </ac:spMkLst>
        </pc:spChg>
        <pc:spChg chg="add mod">
          <ac:chgData name="Shyam Prajapati" userId="1e9feb4e97c03e5a" providerId="LiveId" clId="{A2386441-62E7-4411-8B5F-04595330628F}" dt="2026-03-26T05:29:36.628" v="503" actId="1076"/>
          <ac:spMkLst>
            <pc:docMk/>
            <pc:sldMk cId="3420055429" sldId="271"/>
            <ac:spMk id="20" creationId="{FD518E69-2A44-8042-5ED2-C34CC0AA81C3}"/>
          </ac:spMkLst>
        </pc:spChg>
        <pc:picChg chg="add mod modCrop">
          <ac:chgData name="Shyam Prajapati" userId="1e9feb4e97c03e5a" providerId="LiveId" clId="{A2386441-62E7-4411-8B5F-04595330628F}" dt="2026-03-26T05:29:30.957" v="502" actId="1076"/>
          <ac:picMkLst>
            <pc:docMk/>
            <pc:sldMk cId="3420055429" sldId="271"/>
            <ac:picMk id="10" creationId="{692C9E2F-9CF0-029F-381F-3D06676CB235}"/>
          </ac:picMkLst>
        </pc:picChg>
        <pc:picChg chg="add mod">
          <ac:chgData name="Shyam Prajapati" userId="1e9feb4e97c03e5a" providerId="LiveId" clId="{A2386441-62E7-4411-8B5F-04595330628F}" dt="2026-03-26T08:08:00.239" v="515" actId="1076"/>
          <ac:picMkLst>
            <pc:docMk/>
            <pc:sldMk cId="3420055429" sldId="271"/>
            <ac:picMk id="12" creationId="{920A22E8-685D-B515-6032-61164EB779F9}"/>
          </ac:picMkLst>
        </pc:picChg>
        <pc:picChg chg="add mod">
          <ac:chgData name="Shyam Prajapati" userId="1e9feb4e97c03e5a" providerId="LiveId" clId="{A2386441-62E7-4411-8B5F-04595330628F}" dt="2026-03-26T08:07:39.937" v="510" actId="1076"/>
          <ac:picMkLst>
            <pc:docMk/>
            <pc:sldMk cId="3420055429" sldId="271"/>
            <ac:picMk id="16" creationId="{CF40F10D-ADAD-0616-3899-AFC543F92661}"/>
          </ac:picMkLst>
        </pc:picChg>
        <pc:picChg chg="add mod">
          <ac:chgData name="Shyam Prajapati" userId="1e9feb4e97c03e5a" providerId="LiveId" clId="{A2386441-62E7-4411-8B5F-04595330628F}" dt="2026-03-26T05:29:15.413" v="499" actId="1076"/>
          <ac:picMkLst>
            <pc:docMk/>
            <pc:sldMk cId="3420055429" sldId="271"/>
            <ac:picMk id="18" creationId="{4CEB2FBF-82CE-5431-0C00-9942C1B08801}"/>
          </ac:picMkLst>
        </pc:picChg>
      </pc:sldChg>
      <pc:sldChg chg="addSp delSp modSp new del mod">
        <pc:chgData name="Shyam Prajapati" userId="1e9feb4e97c03e5a" providerId="LiveId" clId="{A2386441-62E7-4411-8B5F-04595330628F}" dt="2026-03-26T08:08:43.167" v="520" actId="2696"/>
        <pc:sldMkLst>
          <pc:docMk/>
          <pc:sldMk cId="263851530" sldId="272"/>
        </pc:sldMkLst>
        <pc:spChg chg="add del mod">
          <ac:chgData name="Shyam Prajapati" userId="1e9feb4e97c03e5a" providerId="LiveId" clId="{A2386441-62E7-4411-8B5F-04595330628F}" dt="2026-03-26T08:08:08.428" v="516" actId="21"/>
          <ac:spMkLst>
            <pc:docMk/>
            <pc:sldMk cId="263851530" sldId="272"/>
            <ac:spMk id="7" creationId="{09ABCB64-75FA-9062-6945-25F63907984A}"/>
          </ac:spMkLst>
        </pc:spChg>
        <pc:spChg chg="add del mod">
          <ac:chgData name="Shyam Prajapati" userId="1e9feb4e97c03e5a" providerId="LiveId" clId="{A2386441-62E7-4411-8B5F-04595330628F}" dt="2026-03-26T08:08:08.428" v="516" actId="21"/>
          <ac:spMkLst>
            <pc:docMk/>
            <pc:sldMk cId="263851530" sldId="272"/>
            <ac:spMk id="9" creationId="{7349E3BC-B0B0-5E82-DFBB-C11C600B961D}"/>
          </ac:spMkLst>
        </pc:spChg>
        <pc:picChg chg="add del mod modCrop">
          <ac:chgData name="Shyam Prajapati" userId="1e9feb4e97c03e5a" providerId="LiveId" clId="{A2386441-62E7-4411-8B5F-04595330628F}" dt="2026-03-26T08:07:17.116" v="505" actId="21"/>
          <ac:picMkLst>
            <pc:docMk/>
            <pc:sldMk cId="263851530" sldId="272"/>
            <ac:picMk id="12" creationId="{920A22E8-685D-B515-6032-61164EB779F9}"/>
          </ac:picMkLst>
        </pc:picChg>
        <pc:picChg chg="add del mod">
          <ac:chgData name="Shyam Prajapati" userId="1e9feb4e97c03e5a" providerId="LiveId" clId="{A2386441-62E7-4411-8B5F-04595330628F}" dt="2026-03-26T08:07:17.116" v="505" actId="21"/>
          <ac:picMkLst>
            <pc:docMk/>
            <pc:sldMk cId="263851530" sldId="272"/>
            <ac:picMk id="16" creationId="{CF40F10D-ADAD-0616-3899-AFC543F92661}"/>
          </ac:picMkLst>
        </pc:picChg>
      </pc:sldChg>
      <pc:sldChg chg="addSp delSp modSp new mod">
        <pc:chgData name="Shyam Prajapati" userId="1e9feb4e97c03e5a" providerId="LiveId" clId="{A2386441-62E7-4411-8B5F-04595330628F}" dt="2026-03-26T08:09:50.891" v="533" actId="1076"/>
        <pc:sldMkLst>
          <pc:docMk/>
          <pc:sldMk cId="2757920952" sldId="273"/>
        </pc:sldMkLst>
        <pc:spChg chg="del">
          <ac:chgData name="Shyam Prajapati" userId="1e9feb4e97c03e5a" providerId="LiveId" clId="{A2386441-62E7-4411-8B5F-04595330628F}" dt="2026-03-26T05:21:07.673" v="415" actId="478"/>
          <ac:spMkLst>
            <pc:docMk/>
            <pc:sldMk cId="2757920952" sldId="273"/>
            <ac:spMk id="2" creationId="{490CC3EE-FA34-69C2-9B3A-A6CCCF5E862A}"/>
          </ac:spMkLst>
        </pc:spChg>
        <pc:spChg chg="del">
          <ac:chgData name="Shyam Prajapati" userId="1e9feb4e97c03e5a" providerId="LiveId" clId="{A2386441-62E7-4411-8B5F-04595330628F}" dt="2026-03-26T05:21:09.793" v="416" actId="478"/>
          <ac:spMkLst>
            <pc:docMk/>
            <pc:sldMk cId="2757920952" sldId="273"/>
            <ac:spMk id="3" creationId="{FE14170E-7376-2B18-4AF2-611E51DAD980}"/>
          </ac:spMkLst>
        </pc:spChg>
        <pc:spChg chg="del mod">
          <ac:chgData name="Shyam Prajapati" userId="1e9feb4e97c03e5a" providerId="LiveId" clId="{A2386441-62E7-4411-8B5F-04595330628F}" dt="2026-03-26T05:22:02.262" v="423" actId="478"/>
          <ac:spMkLst>
            <pc:docMk/>
            <pc:sldMk cId="2757920952" sldId="273"/>
            <ac:spMk id="4" creationId="{6D5373FC-A3A4-744A-DC45-E753EF9F6EC6}"/>
          </ac:spMkLst>
        </pc:spChg>
        <pc:spChg chg="del">
          <ac:chgData name="Shyam Prajapati" userId="1e9feb4e97c03e5a" providerId="LiveId" clId="{A2386441-62E7-4411-8B5F-04595330628F}" dt="2026-03-26T05:21:57.601" v="421" actId="478"/>
          <ac:spMkLst>
            <pc:docMk/>
            <pc:sldMk cId="2757920952" sldId="273"/>
            <ac:spMk id="5" creationId="{1141D768-E65B-428F-F34D-C8A058C0742E}"/>
          </ac:spMkLst>
        </pc:spChg>
        <pc:spChg chg="add mod">
          <ac:chgData name="Shyam Prajapati" userId="1e9feb4e97c03e5a" providerId="LiveId" clId="{A2386441-62E7-4411-8B5F-04595330628F}" dt="2026-03-26T08:09:02.815" v="523" actId="1076"/>
          <ac:spMkLst>
            <pc:docMk/>
            <pc:sldMk cId="2757920952" sldId="273"/>
            <ac:spMk id="24" creationId="{4F1CA50C-978A-0B39-38F0-6F711732D190}"/>
          </ac:spMkLst>
        </pc:spChg>
        <pc:spChg chg="add mod">
          <ac:chgData name="Shyam Prajapati" userId="1e9feb4e97c03e5a" providerId="LiveId" clId="{A2386441-62E7-4411-8B5F-04595330628F}" dt="2026-03-26T08:09:18.645" v="526" actId="1076"/>
          <ac:spMkLst>
            <pc:docMk/>
            <pc:sldMk cId="2757920952" sldId="273"/>
            <ac:spMk id="26" creationId="{DE515744-1464-A998-52B0-610E0E688076}"/>
          </ac:spMkLst>
        </pc:spChg>
        <pc:spChg chg="add mod">
          <ac:chgData name="Shyam Prajapati" userId="1e9feb4e97c03e5a" providerId="LiveId" clId="{A2386441-62E7-4411-8B5F-04595330628F}" dt="2026-03-26T08:09:50.891" v="533" actId="1076"/>
          <ac:spMkLst>
            <pc:docMk/>
            <pc:sldMk cId="2757920952" sldId="273"/>
            <ac:spMk id="28" creationId="{72BBAD5D-4139-E79F-31DE-9ED8DBE469A9}"/>
          </ac:spMkLst>
        </pc:spChg>
        <pc:spChg chg="add mod">
          <ac:chgData name="Shyam Prajapati" userId="1e9feb4e97c03e5a" providerId="LiveId" clId="{A2386441-62E7-4411-8B5F-04595330628F}" dt="2026-03-26T08:09:43.811" v="532" actId="1076"/>
          <ac:spMkLst>
            <pc:docMk/>
            <pc:sldMk cId="2757920952" sldId="273"/>
            <ac:spMk id="30" creationId="{B753E717-6F8A-79F4-CA6E-C81AB023DF79}"/>
          </ac:spMkLst>
        </pc:spChg>
        <pc:picChg chg="add del mod">
          <ac:chgData name="Shyam Prajapati" userId="1e9feb4e97c03e5a" providerId="LiveId" clId="{A2386441-62E7-4411-8B5F-04595330628F}" dt="2026-03-26T05:21:53.532" v="420" actId="931"/>
          <ac:picMkLst>
            <pc:docMk/>
            <pc:sldMk cId="2757920952" sldId="273"/>
            <ac:picMk id="8" creationId="{84D30EFE-F3D5-34BC-2DB1-ED259C251DEC}"/>
          </ac:picMkLst>
        </pc:picChg>
        <pc:picChg chg="add del mod">
          <ac:chgData name="Shyam Prajapati" userId="1e9feb4e97c03e5a" providerId="LiveId" clId="{A2386441-62E7-4411-8B5F-04595330628F}" dt="2026-03-26T05:21:53.532" v="420" actId="931"/>
          <ac:picMkLst>
            <pc:docMk/>
            <pc:sldMk cId="2757920952" sldId="273"/>
            <ac:picMk id="10" creationId="{B760344D-98AB-692D-E7AF-AF7632B995E0}"/>
          </ac:picMkLst>
        </pc:picChg>
        <pc:picChg chg="add del mod">
          <ac:chgData name="Shyam Prajapati" userId="1e9feb4e97c03e5a" providerId="LiveId" clId="{A2386441-62E7-4411-8B5F-04595330628F}" dt="2026-03-26T05:21:53.532" v="420" actId="931"/>
          <ac:picMkLst>
            <pc:docMk/>
            <pc:sldMk cId="2757920952" sldId="273"/>
            <ac:picMk id="12" creationId="{684A8113-02CE-5F2D-4778-02540A4485A0}"/>
          </ac:picMkLst>
        </pc:picChg>
        <pc:picChg chg="add del mod">
          <ac:chgData name="Shyam Prajapati" userId="1e9feb4e97c03e5a" providerId="LiveId" clId="{A2386441-62E7-4411-8B5F-04595330628F}" dt="2026-03-26T05:21:53.532" v="420" actId="931"/>
          <ac:picMkLst>
            <pc:docMk/>
            <pc:sldMk cId="2757920952" sldId="273"/>
            <ac:picMk id="14" creationId="{280FA66A-16CE-0D79-2D01-80D994783EC8}"/>
          </ac:picMkLst>
        </pc:picChg>
        <pc:picChg chg="add mod">
          <ac:chgData name="Shyam Prajapati" userId="1e9feb4e97c03e5a" providerId="LiveId" clId="{A2386441-62E7-4411-8B5F-04595330628F}" dt="2026-03-26T08:08:56.906" v="522" actId="1076"/>
          <ac:picMkLst>
            <pc:docMk/>
            <pc:sldMk cId="2757920952" sldId="273"/>
            <ac:picMk id="16" creationId="{2D142138-304B-DDEF-85C2-A4671418CB39}"/>
          </ac:picMkLst>
        </pc:picChg>
        <pc:picChg chg="add mod">
          <ac:chgData name="Shyam Prajapati" userId="1e9feb4e97c03e5a" providerId="LiveId" clId="{A2386441-62E7-4411-8B5F-04595330628F}" dt="2026-03-26T08:09:12.951" v="525" actId="1076"/>
          <ac:picMkLst>
            <pc:docMk/>
            <pc:sldMk cId="2757920952" sldId="273"/>
            <ac:picMk id="18" creationId="{BAF3BF34-7BD6-6CD2-AA50-62FC8D38F683}"/>
          </ac:picMkLst>
        </pc:picChg>
        <pc:picChg chg="add mod">
          <ac:chgData name="Shyam Prajapati" userId="1e9feb4e97c03e5a" providerId="LiveId" clId="{A2386441-62E7-4411-8B5F-04595330628F}" dt="2026-03-26T08:09:38.051" v="531" actId="1076"/>
          <ac:picMkLst>
            <pc:docMk/>
            <pc:sldMk cId="2757920952" sldId="273"/>
            <ac:picMk id="20" creationId="{0BAE2255-766B-9752-A93B-2EE91D79AD9C}"/>
          </ac:picMkLst>
        </pc:picChg>
        <pc:picChg chg="add mod">
          <ac:chgData name="Shyam Prajapati" userId="1e9feb4e97c03e5a" providerId="LiveId" clId="{A2386441-62E7-4411-8B5F-04595330628F}" dt="2026-03-26T08:09:30.186" v="529" actId="1076"/>
          <ac:picMkLst>
            <pc:docMk/>
            <pc:sldMk cId="2757920952" sldId="273"/>
            <ac:picMk id="22" creationId="{2CBDF372-5701-115A-3176-0B9FB56B7AA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38E09-B324-4E3D-B9A9-E7A8893DE7D7}" type="datetimeFigureOut">
              <a:rPr lang="en-IN" smtClean="0"/>
              <a:pPr/>
              <a:t>26-03-2026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C7645E-B809-4863-A1EA-644428C033DF}" type="slidenum">
              <a:rPr lang="en-IN" smtClean="0"/>
              <a:pPr/>
              <a:t>‹#›</a:t>
            </a:fld>
            <a:endParaRPr lang="en-IN"/>
          </a:p>
        </p:txBody>
      </p:sp>
    </p:spTree>
    <p:extLst>
      <p:ext uri="{BB962C8B-B14F-4D97-AF65-F5344CB8AC3E}">
        <p14:creationId xmlns:p14="http://schemas.microsoft.com/office/powerpoint/2010/main" val="1243410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99B915-8ED9-499B-ADAF-7CA8704CF10F}"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dirty="0"/>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pic>
        <p:nvPicPr>
          <p:cNvPr id="7" name="Picture 6">
            <a:extLst>
              <a:ext uri="{FF2B5EF4-FFF2-40B4-BE49-F238E27FC236}">
                <a16:creationId xmlns:a16="http://schemas.microsoft.com/office/drawing/2014/main" id="{82AEB3F1-ACB0-DEE5-572A-38631DAD9C1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6037" y="0"/>
            <a:ext cx="1965963" cy="568995"/>
          </a:xfrm>
          <a:prstGeom prst="rect">
            <a:avLst/>
          </a:prstGeom>
        </p:spPr>
      </p:pic>
    </p:spTree>
    <p:extLst>
      <p:ext uri="{BB962C8B-B14F-4D97-AF65-F5344CB8AC3E}">
        <p14:creationId xmlns:p14="http://schemas.microsoft.com/office/powerpoint/2010/main" val="3394586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A15BD6-E041-4518-BA06-B97A9A772534}"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pic>
        <p:nvPicPr>
          <p:cNvPr id="7" name="Picture 6">
            <a:extLst>
              <a:ext uri="{FF2B5EF4-FFF2-40B4-BE49-F238E27FC236}">
                <a16:creationId xmlns:a16="http://schemas.microsoft.com/office/drawing/2014/main" id="{204AB7A0-7BC0-9A92-C230-4C439D54AC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62288" y="0"/>
            <a:ext cx="1997850" cy="578224"/>
          </a:xfrm>
          <a:prstGeom prst="rect">
            <a:avLst/>
          </a:prstGeom>
        </p:spPr>
      </p:pic>
    </p:spTree>
    <p:extLst>
      <p:ext uri="{BB962C8B-B14F-4D97-AF65-F5344CB8AC3E}">
        <p14:creationId xmlns:p14="http://schemas.microsoft.com/office/powerpoint/2010/main" val="1391536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E7C56-2567-4596-9657-7EA1F2342DD9}"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192715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5C960A-3EA0-4A67-BA10-8EA5CE62E355}" type="datetime1">
              <a:rPr lang="en-IN" smtClean="0"/>
              <a:pPr/>
              <a:t>26-03-2026</a:t>
            </a:fld>
            <a:endParaRPr lang="en-IN"/>
          </a:p>
        </p:txBody>
      </p:sp>
      <p:sp>
        <p:nvSpPr>
          <p:cNvPr id="6" name="Footer Placeholder 5"/>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7" name="Slide Number Placeholder 6"/>
          <p:cNvSpPr>
            <a:spLocks noGrp="1"/>
          </p:cNvSpPr>
          <p:nvPr>
            <p:ph type="sldNum" sz="quarter" idx="12"/>
          </p:nvPr>
        </p:nvSpPr>
        <p:spPr/>
        <p:txBody>
          <a:bodyPr/>
          <a:lstStyle/>
          <a:p>
            <a:fld id="{485C1C91-F70C-409E-B3EB-BA495FFA0DF6}" type="slidenum">
              <a:rPr lang="en-IN" smtClean="0"/>
              <a:pPr/>
              <a:t>‹#›</a:t>
            </a:fld>
            <a:endParaRPr lang="en-IN"/>
          </a:p>
        </p:txBody>
      </p:sp>
      <p:pic>
        <p:nvPicPr>
          <p:cNvPr id="8" name="Picture 7">
            <a:extLst>
              <a:ext uri="{FF2B5EF4-FFF2-40B4-BE49-F238E27FC236}">
                <a16:creationId xmlns:a16="http://schemas.microsoft.com/office/drawing/2014/main" id="{A10BF93D-D877-016E-FF51-62DB801D82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91217" y="0"/>
            <a:ext cx="2066929" cy="598217"/>
          </a:xfrm>
          <a:prstGeom prst="rect">
            <a:avLst/>
          </a:prstGeom>
        </p:spPr>
      </p:pic>
    </p:spTree>
    <p:extLst>
      <p:ext uri="{BB962C8B-B14F-4D97-AF65-F5344CB8AC3E}">
        <p14:creationId xmlns:p14="http://schemas.microsoft.com/office/powerpoint/2010/main" val="1047752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E7F41A-8FEE-4C68-98DD-45A2FF193ED1}" type="datetime1">
              <a:rPr lang="en-IN" smtClean="0"/>
              <a:pPr/>
              <a:t>26-03-2026</a:t>
            </a:fld>
            <a:endParaRPr lang="en-IN"/>
          </a:p>
        </p:txBody>
      </p:sp>
      <p:sp>
        <p:nvSpPr>
          <p:cNvPr id="8" name="Footer Placeholder 7"/>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9" name="Slide Number Placeholder 8"/>
          <p:cNvSpPr>
            <a:spLocks noGrp="1"/>
          </p:cNvSpPr>
          <p:nvPr>
            <p:ph type="sldNum" sz="quarter" idx="12"/>
          </p:nvPr>
        </p:nvSpPr>
        <p:spPr/>
        <p:txBody>
          <a:bodyPr/>
          <a:lstStyle/>
          <a:p>
            <a:fld id="{485C1C91-F70C-409E-B3EB-BA495FFA0DF6}" type="slidenum">
              <a:rPr lang="en-IN" smtClean="0"/>
              <a:pPr/>
              <a:t>‹#›</a:t>
            </a:fld>
            <a:endParaRPr lang="en-IN"/>
          </a:p>
        </p:txBody>
      </p:sp>
      <p:pic>
        <p:nvPicPr>
          <p:cNvPr id="10" name="Picture 9">
            <a:extLst>
              <a:ext uri="{FF2B5EF4-FFF2-40B4-BE49-F238E27FC236}">
                <a16:creationId xmlns:a16="http://schemas.microsoft.com/office/drawing/2014/main" id="{2992C6D5-2108-1721-38CB-C6BCB42228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2907" y="1"/>
            <a:ext cx="2137230" cy="618564"/>
          </a:xfrm>
          <a:prstGeom prst="rect">
            <a:avLst/>
          </a:prstGeom>
        </p:spPr>
      </p:pic>
    </p:spTree>
    <p:extLst>
      <p:ext uri="{BB962C8B-B14F-4D97-AF65-F5344CB8AC3E}">
        <p14:creationId xmlns:p14="http://schemas.microsoft.com/office/powerpoint/2010/main" val="3253821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061B3C-594E-48F2-8BF7-07B16A5CAD9E}" type="datetime1">
              <a:rPr lang="en-IN" smtClean="0"/>
              <a:pPr/>
              <a:t>26-03-2026</a:t>
            </a:fld>
            <a:endParaRPr lang="en-IN"/>
          </a:p>
        </p:txBody>
      </p:sp>
      <p:sp>
        <p:nvSpPr>
          <p:cNvPr id="4" name="Footer Placeholder 3"/>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5" name="Slide Number Placeholder 4"/>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3995965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0744AF-DE0C-4B9D-9068-793B3274145A}" type="datetime1">
              <a:rPr lang="en-IN" smtClean="0"/>
              <a:pPr/>
              <a:t>26-03-2026</a:t>
            </a:fld>
            <a:endParaRPr lang="en-IN"/>
          </a:p>
        </p:txBody>
      </p:sp>
      <p:sp>
        <p:nvSpPr>
          <p:cNvPr id="3" name="Footer Placeholder 2"/>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4" name="Slide Number Placeholder 3"/>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352742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C4BE92-5311-4F20-AB68-412AAE24780F}" type="datetime1">
              <a:rPr lang="en-IN" smtClean="0"/>
              <a:pPr/>
              <a:t>26-03-2026</a:t>
            </a:fld>
            <a:endParaRPr lang="en-IN"/>
          </a:p>
        </p:txBody>
      </p:sp>
      <p:sp>
        <p:nvSpPr>
          <p:cNvPr id="6" name="Footer Placeholder 5"/>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7" name="Slide Number Placeholder 6"/>
          <p:cNvSpPr>
            <a:spLocks noGrp="1"/>
          </p:cNvSpPr>
          <p:nvPr>
            <p:ph type="sldNum" sz="quarter" idx="12"/>
          </p:nvPr>
        </p:nvSpPr>
        <p:spPr/>
        <p:txBody>
          <a:bodyPr/>
          <a:lstStyle/>
          <a:p>
            <a:fld id="{485C1C91-F70C-409E-B3EB-BA495FFA0DF6}" type="slidenum">
              <a:rPr lang="en-IN" smtClean="0"/>
              <a:pPr/>
              <a:t>‹#›</a:t>
            </a:fld>
            <a:endParaRPr lang="en-IN"/>
          </a:p>
        </p:txBody>
      </p:sp>
      <p:pic>
        <p:nvPicPr>
          <p:cNvPr id="8" name="Picture 7">
            <a:extLst>
              <a:ext uri="{FF2B5EF4-FFF2-40B4-BE49-F238E27FC236}">
                <a16:creationId xmlns:a16="http://schemas.microsoft.com/office/drawing/2014/main" id="{EC79F97C-EE78-6B1C-61B3-19B40B0FC8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0764" y="0"/>
            <a:ext cx="2139373" cy="619184"/>
          </a:xfrm>
          <a:prstGeom prst="rect">
            <a:avLst/>
          </a:prstGeom>
        </p:spPr>
      </p:pic>
    </p:spTree>
    <p:extLst>
      <p:ext uri="{BB962C8B-B14F-4D97-AF65-F5344CB8AC3E}">
        <p14:creationId xmlns:p14="http://schemas.microsoft.com/office/powerpoint/2010/main" val="874215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7" name="Slide Number Placeholder 6"/>
          <p:cNvSpPr>
            <a:spLocks noGrp="1"/>
          </p:cNvSpPr>
          <p:nvPr>
            <p:ph type="sldNum" sz="quarter" idx="12"/>
          </p:nvPr>
        </p:nvSpPr>
        <p:spPr/>
        <p:txBody>
          <a:bodyPr/>
          <a:lstStyle/>
          <a:p>
            <a:fld id="{485C1C91-F70C-409E-B3EB-BA495FFA0DF6}" type="slidenum">
              <a:rPr lang="en-IN" smtClean="0"/>
              <a:pPr/>
              <a:t>‹#›</a:t>
            </a:fld>
            <a:endParaRPr lang="en-IN"/>
          </a:p>
        </p:txBody>
      </p:sp>
      <p:sp>
        <p:nvSpPr>
          <p:cNvPr id="5" name="Date Placeholder 4"/>
          <p:cNvSpPr>
            <a:spLocks noGrp="1"/>
          </p:cNvSpPr>
          <p:nvPr>
            <p:ph type="dt" sz="half" idx="10"/>
          </p:nvPr>
        </p:nvSpPr>
        <p:spPr/>
        <p:txBody>
          <a:bodyPr/>
          <a:lstStyle/>
          <a:p>
            <a:fld id="{C8FAA7C0-3B04-4716-AE2B-1B7B72C6B31C}" type="datetime1">
              <a:rPr lang="en-IN" smtClean="0"/>
              <a:pPr/>
              <a:t>26-03-2026</a:t>
            </a:fld>
            <a:endParaRPr lang="en-IN"/>
          </a:p>
        </p:txBody>
      </p:sp>
    </p:spTree>
    <p:extLst>
      <p:ext uri="{BB962C8B-B14F-4D97-AF65-F5344CB8AC3E}">
        <p14:creationId xmlns:p14="http://schemas.microsoft.com/office/powerpoint/2010/main" val="425672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20D9C8-E4B4-4F7D-8F30-0B4AFB92B362}"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347303045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20D9C8-E4B4-4F7D-8F30-0B4AFB92B362}"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289561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20D9C8-E4B4-4F7D-8F30-0B4AFB92B362}"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142601848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20D9C8-E4B4-4F7D-8F30-0B4AFB92B362}"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65382813"/>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20D9C8-E4B4-4F7D-8F30-0B4AFB92B362}"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322350707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F262C0-5F7B-422B-B05A-E61B15D967CA}"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1565638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A2551E-41D2-44EA-96DF-D7B13A4E2869}" type="datetime1">
              <a:rPr lang="en-IN" smtClean="0"/>
              <a:pPr/>
              <a:t>26-03-2026</a:t>
            </a:fld>
            <a:endParaRPr lang="en-IN"/>
          </a:p>
        </p:txBody>
      </p:sp>
      <p:sp>
        <p:nvSpPr>
          <p:cNvPr id="5" name="Footer Placeholder 4"/>
          <p:cNvSpPr>
            <a:spLocks noGrp="1"/>
          </p:cNvSpPr>
          <p:nvPr>
            <p:ph type="ftr" sz="quarter" idx="11"/>
          </p:nvPr>
        </p:nvSpPr>
        <p:spPr/>
        <p:txBody>
          <a:bodyPr/>
          <a:lstStyle/>
          <a:p>
            <a:r>
              <a:rPr lang="en-US"/>
              <a:t>DEPARTMENT OF ELECTRICAL ENGINEERING, </a:t>
            </a:r>
          </a:p>
          <a:p>
            <a:r>
              <a:rPr lang="en-US"/>
              <a:t>*Proprietary material of SILVER OAK UNIVERSITY</a:t>
            </a:r>
            <a:endParaRPr lang="en-IN" dirty="0"/>
          </a:p>
        </p:txBody>
      </p:sp>
      <p:sp>
        <p:nvSpPr>
          <p:cNvPr id="6" name="Slide Number Placeholder 5"/>
          <p:cNvSpPr>
            <a:spLocks noGrp="1"/>
          </p:cNvSpPr>
          <p:nvPr>
            <p:ph type="sldNum" sz="quarter" idx="12"/>
          </p:nvPr>
        </p:nvSpPr>
        <p:spPr/>
        <p:txBody>
          <a:bodyPr/>
          <a:lstStyle/>
          <a:p>
            <a:fld id="{485C1C91-F70C-409E-B3EB-BA495FFA0DF6}" type="slidenum">
              <a:rPr lang="en-IN" smtClean="0"/>
              <a:pPr/>
              <a:t>‹#›</a:t>
            </a:fld>
            <a:endParaRPr lang="en-IN"/>
          </a:p>
        </p:txBody>
      </p:sp>
    </p:spTree>
    <p:extLst>
      <p:ext uri="{BB962C8B-B14F-4D97-AF65-F5344CB8AC3E}">
        <p14:creationId xmlns:p14="http://schemas.microsoft.com/office/powerpoint/2010/main" val="3545241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220D9C8-E4B4-4F7D-8F30-0B4AFB92B362}" type="datetime1">
              <a:rPr lang="en-IN" smtClean="0"/>
              <a:pPr/>
              <a:t>26-03-2026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DEPARTMENT OF ELECTRICAL ENGINEERING, *Proprietary material of SILVER OAK UNIVERSITY</a:t>
            </a:r>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5C1C91-F70C-409E-B3EB-BA495FFA0DF6}" type="slidenum">
              <a:rPr lang="en-IN" smtClean="0"/>
              <a:pPr/>
              <a:t>‹#›</a:t>
            </a:fld>
            <a:endParaRPr lang="en-IN"/>
          </a:p>
        </p:txBody>
      </p:sp>
    </p:spTree>
    <p:extLst>
      <p:ext uri="{BB962C8B-B14F-4D97-AF65-F5344CB8AC3E}">
        <p14:creationId xmlns:p14="http://schemas.microsoft.com/office/powerpoint/2010/main" val="207763745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r="2609"/>
          <a:stretch/>
        </p:blipFill>
        <p:spPr>
          <a:xfrm>
            <a:off x="-6199" y="-1"/>
            <a:ext cx="12192001" cy="5739325"/>
          </a:xfrm>
          <a:prstGeom prst="rect">
            <a:avLst/>
          </a:prstGeom>
          <a:noFill/>
          <a:ln>
            <a:noFill/>
          </a:ln>
        </p:spPr>
      </p:pic>
      <p:pic>
        <p:nvPicPr>
          <p:cNvPr id="85" name="Google Shape;85;p1" descr="Text&#10;&#10;Description automatically generated"/>
          <p:cNvPicPr preferRelativeResize="0"/>
          <p:nvPr/>
        </p:nvPicPr>
        <p:blipFill rotWithShape="1">
          <a:blip r:embed="rId4">
            <a:alphaModFix/>
          </a:blip>
          <a:srcRect/>
          <a:stretch/>
        </p:blipFill>
        <p:spPr>
          <a:xfrm>
            <a:off x="3626165" y="250926"/>
            <a:ext cx="4939665" cy="1033125"/>
          </a:xfrm>
          <a:prstGeom prst="rect">
            <a:avLst/>
          </a:prstGeom>
          <a:noFill/>
          <a:ln>
            <a:noFill/>
          </a:ln>
        </p:spPr>
      </p:pic>
      <p:sp>
        <p:nvSpPr>
          <p:cNvPr id="86" name="Google Shape;86;p1"/>
          <p:cNvSpPr/>
          <p:nvPr/>
        </p:nvSpPr>
        <p:spPr>
          <a:xfrm>
            <a:off x="-18599" y="4478221"/>
            <a:ext cx="12204400" cy="2379779"/>
          </a:xfrm>
          <a:prstGeom prst="rect">
            <a:avLst/>
          </a:prstGeom>
          <a:solidFill>
            <a:srgbClr val="9E0000"/>
          </a:solidFill>
          <a:ln>
            <a:noFill/>
          </a:ln>
        </p:spPr>
        <p:txBody>
          <a:bodyPr spcFirstLastPara="1" wrap="square" lIns="91425" tIns="45700" rIns="91425" bIns="45700" anchor="ctr" anchorCtr="0">
            <a:noAutofit/>
          </a:bodyPr>
          <a:lstStyle/>
          <a:p>
            <a:pPr algn="ctr">
              <a:buSzPts val="3600"/>
            </a:pPr>
            <a:r>
              <a:rPr lang="en-US" sz="3600" b="1" dirty="0">
                <a:solidFill>
                  <a:schemeClr val="lt1"/>
                </a:solidFill>
                <a:latin typeface="Times New Roman"/>
                <a:ea typeface="Times New Roman"/>
                <a:cs typeface="Times New Roman"/>
                <a:sym typeface="Times New Roman"/>
              </a:rPr>
              <a:t>Name : Prajapati Shyam K.</a:t>
            </a:r>
          </a:p>
          <a:p>
            <a:pPr lvl="0" algn="ctr">
              <a:buSzPts val="3600"/>
            </a:pPr>
            <a:r>
              <a:rPr lang="en-US" sz="3600" b="1" dirty="0">
                <a:solidFill>
                  <a:schemeClr val="lt1"/>
                </a:solidFill>
                <a:latin typeface="Times New Roman"/>
                <a:ea typeface="Times New Roman"/>
                <a:cs typeface="Times New Roman"/>
                <a:sym typeface="Times New Roman"/>
              </a:rPr>
              <a:t>Enrollment No: 2201031000102</a:t>
            </a:r>
          </a:p>
          <a:p>
            <a:pPr lvl="0" algn="ctr">
              <a:buSzPts val="3600"/>
            </a:pPr>
            <a:r>
              <a:rPr lang="en-US" sz="3600" b="1" dirty="0">
                <a:solidFill>
                  <a:schemeClr val="lt1"/>
                </a:solidFill>
                <a:latin typeface="Times New Roman"/>
                <a:ea typeface="Times New Roman"/>
                <a:cs typeface="Times New Roman"/>
                <a:sym typeface="Times New Roman"/>
              </a:rPr>
              <a:t>Branch: </a:t>
            </a:r>
            <a:r>
              <a:rPr lang="en-US" sz="3600" b="1" dirty="0" err="1">
                <a:solidFill>
                  <a:schemeClr val="lt1"/>
                </a:solidFill>
                <a:latin typeface="Times New Roman"/>
                <a:ea typeface="Times New Roman"/>
                <a:cs typeface="Times New Roman"/>
                <a:sym typeface="Times New Roman"/>
              </a:rPr>
              <a:t>B.Tech</a:t>
            </a:r>
            <a:r>
              <a:rPr lang="en-US" sz="3600" b="1" dirty="0">
                <a:solidFill>
                  <a:schemeClr val="lt1"/>
                </a:solidFill>
                <a:latin typeface="Times New Roman"/>
                <a:ea typeface="Times New Roman"/>
                <a:cs typeface="Times New Roman"/>
                <a:sym typeface="Times New Roman"/>
              </a:rPr>
              <a:t>(IT)</a:t>
            </a:r>
          </a:p>
        </p:txBody>
      </p:sp>
      <p:sp>
        <p:nvSpPr>
          <p:cNvPr id="88" name="Google Shape;88;p1"/>
          <p:cNvSpPr txBox="1"/>
          <p:nvPr/>
        </p:nvSpPr>
        <p:spPr>
          <a:xfrm>
            <a:off x="1041573" y="1308153"/>
            <a:ext cx="10580400" cy="273918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700"/>
              <a:buFont typeface="Arial"/>
              <a:buNone/>
            </a:pPr>
            <a:r>
              <a:rPr lang="en-US" sz="5400" b="1" i="0" u="none" strike="noStrike" cap="none" dirty="0">
                <a:solidFill>
                  <a:srgbClr val="9E0000"/>
                </a:solidFill>
                <a:latin typeface="Times New Roman"/>
                <a:ea typeface="Times New Roman"/>
                <a:cs typeface="Times New Roman"/>
                <a:sym typeface="Times New Roman"/>
              </a:rPr>
              <a:t> </a:t>
            </a:r>
            <a:r>
              <a:rPr lang="en-US" sz="5400" b="1" dirty="0">
                <a:solidFill>
                  <a:srgbClr val="9E0000"/>
                </a:solidFill>
                <a:latin typeface="Times New Roman"/>
                <a:ea typeface="Times New Roman"/>
                <a:cs typeface="Times New Roman"/>
                <a:sym typeface="Times New Roman"/>
              </a:rPr>
              <a:t>Major Project</a:t>
            </a:r>
          </a:p>
          <a:p>
            <a:pPr marL="0" marR="0" lvl="0" indent="0" algn="ctr" rtl="0">
              <a:lnSpc>
                <a:spcPct val="100000"/>
              </a:lnSpc>
              <a:spcBef>
                <a:spcPts val="0"/>
              </a:spcBef>
              <a:spcAft>
                <a:spcPts val="0"/>
              </a:spcAft>
              <a:buClr>
                <a:srgbClr val="000000"/>
              </a:buClr>
              <a:buSzPts val="3700"/>
              <a:buFont typeface="Arial"/>
              <a:buNone/>
            </a:pPr>
            <a:r>
              <a:rPr lang="en-US" sz="3200" b="1" dirty="0">
                <a:solidFill>
                  <a:srgbClr val="9E0000"/>
                </a:solidFill>
                <a:latin typeface="Times New Roman"/>
                <a:ea typeface="Times New Roman"/>
                <a:cs typeface="Times New Roman"/>
                <a:sym typeface="Times New Roman"/>
              </a:rPr>
              <a:t>1010043492</a:t>
            </a:r>
            <a:endParaRPr lang="en-US" sz="5400" b="1" i="0" u="none" strike="noStrike" cap="none" dirty="0">
              <a:solidFill>
                <a:srgbClr val="9E0000"/>
              </a:solidFill>
              <a:latin typeface="Times New Roman"/>
              <a:ea typeface="Times New Roman"/>
              <a:cs typeface="Times New Roman"/>
              <a:sym typeface="Times New Roman"/>
            </a:endParaRPr>
          </a:p>
          <a:p>
            <a:pPr lvl="0" algn="ctr">
              <a:buClr>
                <a:srgbClr val="000000"/>
              </a:buClr>
              <a:buSzPts val="3700"/>
            </a:pPr>
            <a:r>
              <a:rPr lang="en-US" sz="4000" b="1" dirty="0">
                <a:solidFill>
                  <a:srgbClr val="9E0000"/>
                </a:solidFill>
                <a:latin typeface="Times New Roman"/>
                <a:ea typeface="Times New Roman"/>
                <a:cs typeface="Times New Roman"/>
                <a:sym typeface="Times New Roman"/>
              </a:rPr>
              <a:t>Data Analysis and Performance Insights of a Web Development Company</a:t>
            </a:r>
            <a:endParaRPr lang="en-US" sz="4000" b="1" i="0" u="none" strike="noStrike" cap="none" dirty="0">
              <a:solidFill>
                <a:srgbClr val="9E0000"/>
              </a:solidFill>
              <a:latin typeface="Times New Roman"/>
              <a:ea typeface="Times New Roman"/>
              <a:cs typeface="Times New Roman"/>
              <a:sym typeface="Times New Roman"/>
            </a:endParaRPr>
          </a:p>
        </p:txBody>
      </p:sp>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69600" y="56255"/>
            <a:ext cx="1422400" cy="711233"/>
          </a:xfrm>
          <a:prstGeom prst="rect">
            <a:avLst/>
          </a:prstGeom>
        </p:spPr>
      </p:pic>
    </p:spTree>
    <p:extLst>
      <p:ext uri="{BB962C8B-B14F-4D97-AF65-F5344CB8AC3E}">
        <p14:creationId xmlns:p14="http://schemas.microsoft.com/office/powerpoint/2010/main" val="3367294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232438"/>
            <a:ext cx="9905998" cy="1478570"/>
          </a:xfrm>
        </p:spPr>
        <p:txBody>
          <a:bodyPr/>
          <a:lstStyle/>
          <a:p>
            <a:pPr algn="ctr"/>
            <a:r>
              <a:rPr lang="en-IN" dirty="0">
                <a:solidFill>
                  <a:srgbClr val="002060"/>
                </a:solidFill>
              </a:rPr>
              <a:t>Index</a:t>
            </a:r>
          </a:p>
        </p:txBody>
      </p:sp>
      <p:sp>
        <p:nvSpPr>
          <p:cNvPr id="3" name="Content Placeholder 2"/>
          <p:cNvSpPr>
            <a:spLocks noGrp="1"/>
          </p:cNvSpPr>
          <p:nvPr>
            <p:ph idx="1"/>
          </p:nvPr>
        </p:nvSpPr>
        <p:spPr>
          <a:xfrm>
            <a:off x="3082413" y="1624013"/>
            <a:ext cx="6027174" cy="4525963"/>
          </a:xfrm>
        </p:spPr>
        <p:txBody>
          <a:bodyPr>
            <a:normAutofit/>
          </a:bodyPr>
          <a:lstStyle/>
          <a:p>
            <a:pPr>
              <a:buClr>
                <a:schemeClr val="tx1"/>
              </a:buClr>
              <a:buSzPct val="120000"/>
              <a:buFont typeface="Arial" panose="020B0604020202020204" pitchFamily="34" charset="0"/>
              <a:buChar char="•"/>
            </a:pPr>
            <a:r>
              <a:rPr lang="en-US" dirty="0"/>
              <a:t>Introduction</a:t>
            </a:r>
          </a:p>
          <a:p>
            <a:pPr>
              <a:buClr>
                <a:schemeClr val="tx1"/>
              </a:buClr>
              <a:buSzPct val="120000"/>
              <a:buFont typeface="Arial" panose="020B0604020202020204" pitchFamily="34" charset="0"/>
              <a:buChar char="•"/>
            </a:pPr>
            <a:r>
              <a:rPr lang="en-US" dirty="0"/>
              <a:t>Background and Motivation</a:t>
            </a:r>
          </a:p>
          <a:p>
            <a:pPr>
              <a:buClr>
                <a:schemeClr val="tx1"/>
              </a:buClr>
              <a:buSzPct val="120000"/>
              <a:buFont typeface="Arial" panose="020B0604020202020204" pitchFamily="34" charset="0"/>
              <a:buChar char="•"/>
            </a:pPr>
            <a:r>
              <a:rPr lang="en-US" dirty="0"/>
              <a:t>Relevance and Importance</a:t>
            </a:r>
            <a:endParaRPr lang="en-IN" dirty="0"/>
          </a:p>
          <a:p>
            <a:pPr>
              <a:buClr>
                <a:schemeClr val="tx1"/>
              </a:buClr>
              <a:buSzPct val="120000"/>
              <a:buFont typeface="Arial" panose="020B0604020202020204" pitchFamily="34" charset="0"/>
              <a:buChar char="•"/>
            </a:pPr>
            <a:r>
              <a:rPr lang="en-IN" dirty="0"/>
              <a:t>Literature review</a:t>
            </a:r>
          </a:p>
          <a:p>
            <a:pPr>
              <a:buClr>
                <a:schemeClr val="tx1"/>
              </a:buClr>
              <a:buSzPct val="120000"/>
              <a:buFont typeface="Arial" panose="020B0604020202020204" pitchFamily="34" charset="0"/>
              <a:buChar char="•"/>
            </a:pPr>
            <a:r>
              <a:rPr lang="en-IN" dirty="0"/>
              <a:t>Objectives</a:t>
            </a:r>
          </a:p>
          <a:p>
            <a:pPr>
              <a:buClr>
                <a:schemeClr val="tx1"/>
              </a:buClr>
              <a:buSzPct val="120000"/>
              <a:buFont typeface="Arial" panose="020B0604020202020204" pitchFamily="34" charset="0"/>
              <a:buChar char="•"/>
            </a:pPr>
            <a:r>
              <a:rPr lang="en-IN" dirty="0"/>
              <a:t>Required Tools and Technology</a:t>
            </a:r>
          </a:p>
          <a:p>
            <a:pPr>
              <a:buClr>
                <a:schemeClr val="tx1"/>
              </a:buClr>
              <a:buSzPct val="120000"/>
              <a:buFont typeface="Arial" panose="020B0604020202020204" pitchFamily="34" charset="0"/>
              <a:buChar char="•"/>
            </a:pPr>
            <a:r>
              <a:rPr lang="en-IN" dirty="0"/>
              <a:t>Method/ Approach</a:t>
            </a:r>
          </a:p>
          <a:p>
            <a:pPr>
              <a:buClr>
                <a:schemeClr val="tx1"/>
              </a:buClr>
              <a:buSzPct val="120000"/>
              <a:buFont typeface="Arial" panose="020B0604020202020204" pitchFamily="34" charset="0"/>
              <a:buChar char="•"/>
            </a:pPr>
            <a:r>
              <a:rPr lang="en-IN" dirty="0"/>
              <a:t>Screen Shots</a:t>
            </a:r>
          </a:p>
          <a:p>
            <a:pPr>
              <a:buClr>
                <a:schemeClr val="tx1"/>
              </a:buClr>
              <a:buSzPct val="120000"/>
              <a:buFont typeface="Arial" panose="020B0604020202020204" pitchFamily="34" charset="0"/>
              <a:buChar char="•"/>
            </a:pPr>
            <a:r>
              <a:rPr lang="en-IN" dirty="0"/>
              <a:t>Bibliography</a:t>
            </a:r>
          </a:p>
        </p:txBody>
      </p:sp>
      <p:sp>
        <p:nvSpPr>
          <p:cNvPr id="6" name="Slide Number Placeholder 5"/>
          <p:cNvSpPr>
            <a:spLocks noGrp="1"/>
          </p:cNvSpPr>
          <p:nvPr>
            <p:ph type="sldNum" sz="quarter" idx="12"/>
          </p:nvPr>
        </p:nvSpPr>
        <p:spPr/>
        <p:txBody>
          <a:bodyPr/>
          <a:lstStyle/>
          <a:p>
            <a:fld id="{485C1C91-F70C-409E-B3EB-BA495FFA0DF6}" type="slidenum">
              <a:rPr lang="en-IN" smtClean="0"/>
              <a:pPr/>
              <a:t>2</a:t>
            </a:fld>
            <a:endParaRPr lang="en-IN"/>
          </a:p>
        </p:txBody>
      </p:sp>
    </p:spTree>
    <p:extLst>
      <p:ext uri="{BB962C8B-B14F-4D97-AF65-F5344CB8AC3E}">
        <p14:creationId xmlns:p14="http://schemas.microsoft.com/office/powerpoint/2010/main" val="1419032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10" y="403226"/>
            <a:ext cx="10972800" cy="1143000"/>
          </a:xfrm>
        </p:spPr>
        <p:txBody>
          <a:bodyPr/>
          <a:lstStyle/>
          <a:p>
            <a:pPr algn="ctr"/>
            <a:r>
              <a:rPr lang="en-IN" dirty="0">
                <a:solidFill>
                  <a:srgbClr val="00206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F847D6D-6BA0-5D4B-73B7-1B95DFD7B29D}"/>
              </a:ext>
            </a:extLst>
          </p:cNvPr>
          <p:cNvSpPr>
            <a:spLocks noGrp="1"/>
          </p:cNvSpPr>
          <p:nvPr>
            <p:ph idx="1"/>
          </p:nvPr>
        </p:nvSpPr>
        <p:spPr>
          <a:xfrm>
            <a:off x="332100" y="1996439"/>
            <a:ext cx="11248710" cy="1694657"/>
          </a:xfrm>
        </p:spPr>
        <p:txBody>
          <a:bodyPr anchor="ctr">
            <a:normAutofit/>
          </a:bodyPr>
          <a:lstStyle/>
          <a:p>
            <a:pPr marL="0" indent="0" eaLnBrk="0" fontAlgn="base" hangingPunct="0">
              <a:lnSpc>
                <a:spcPct val="150000"/>
              </a:lnSpc>
              <a:spcBef>
                <a:spcPct val="0"/>
              </a:spcBef>
              <a:spcAft>
                <a:spcPct val="0"/>
              </a:spcAft>
              <a:buSzTx/>
              <a:buNone/>
            </a:pPr>
            <a:r>
              <a:rPr lang="en-US" sz="2400" dirty="0">
                <a:latin typeface="Times New Roman" panose="02020603050405020304" pitchFamily="18" charset="0"/>
                <a:cs typeface="Times New Roman" panose="02020603050405020304" pitchFamily="18" charset="0"/>
              </a:rPr>
              <a:t>• This project focuses on analyzing internal project data of a Web Development Company.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The aim is to extract meaningful business insights.</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485C1C91-F70C-409E-B3EB-BA495FFA0DF6}" type="slidenum">
              <a:rPr lang="en-IN" smtClean="0"/>
              <a:pPr/>
              <a:t>3</a:t>
            </a:fld>
            <a:endParaRPr lang="en-IN"/>
          </a:p>
        </p:txBody>
      </p:sp>
    </p:spTree>
    <p:extLst>
      <p:ext uri="{BB962C8B-B14F-4D97-AF65-F5344CB8AC3E}">
        <p14:creationId xmlns:p14="http://schemas.microsoft.com/office/powerpoint/2010/main" val="285205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Background and Motivation</a:t>
            </a:r>
            <a:endParaRPr lang="en-IN" dirty="0">
              <a:solidFill>
                <a:srgbClr val="002060"/>
              </a:solidFill>
            </a:endParaRPr>
          </a:p>
        </p:txBody>
      </p:sp>
      <p:sp>
        <p:nvSpPr>
          <p:cNvPr id="5" name="Rectangle 1">
            <a:extLst>
              <a:ext uri="{FF2B5EF4-FFF2-40B4-BE49-F238E27FC236}">
                <a16:creationId xmlns:a16="http://schemas.microsoft.com/office/drawing/2014/main" id="{602B9DCE-E797-780C-88FF-9AB99E2AEDB0}"/>
              </a:ext>
            </a:extLst>
          </p:cNvPr>
          <p:cNvSpPr>
            <a:spLocks noGrp="1" noChangeArrowheads="1"/>
          </p:cNvSpPr>
          <p:nvPr>
            <p:ph idx="1"/>
          </p:nvPr>
        </p:nvSpPr>
        <p:spPr bwMode="auto">
          <a:xfrm>
            <a:off x="746760" y="1407934"/>
            <a:ext cx="10698479" cy="404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Clr>
                <a:schemeClr val="tx1"/>
              </a:buClr>
              <a:buSzPct val="12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today’s digital world, web development companies generate large volumes of data from websites, applications, and user interactions. Analyzing this data is essential to understand customer behavior, improve performance, and support business growth.</a:t>
            </a:r>
          </a:p>
          <a:p>
            <a:pPr algn="just">
              <a:lnSpc>
                <a:spcPct val="100000"/>
              </a:lnSpc>
              <a:buClr>
                <a:schemeClr val="tx1"/>
              </a:buClr>
              <a:buSzPct val="12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my Data Analysis internship, I worked with real company datasets to clean, analyze, and visualize data using tools like Excel, Python, and Power BI.</a:t>
            </a:r>
          </a:p>
          <a:p>
            <a:pPr algn="just">
              <a:lnSpc>
                <a:spcPct val="100000"/>
              </a:lnSpc>
              <a:buClr>
                <a:schemeClr val="tx1"/>
              </a:buClr>
              <a:buSzPct val="12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main motivation behind this internship is to gain practical industry experience, enhance analytical skills, and apply theoretical IT knowledge to real-world business problems while building a strong foundation for a career in Data Analytics.</a:t>
            </a:r>
          </a:p>
        </p:txBody>
      </p:sp>
      <p:sp>
        <p:nvSpPr>
          <p:cNvPr id="6" name="Slide Number Placeholder 5"/>
          <p:cNvSpPr>
            <a:spLocks noGrp="1"/>
          </p:cNvSpPr>
          <p:nvPr>
            <p:ph type="sldNum" sz="quarter" idx="12"/>
          </p:nvPr>
        </p:nvSpPr>
        <p:spPr/>
        <p:txBody>
          <a:bodyPr/>
          <a:lstStyle/>
          <a:p>
            <a:fld id="{485C1C91-F70C-409E-B3EB-BA495FFA0DF6}" type="slidenum">
              <a:rPr lang="en-IN" smtClean="0"/>
              <a:pPr/>
              <a:t>4</a:t>
            </a:fld>
            <a:endParaRPr lang="en-IN"/>
          </a:p>
        </p:txBody>
      </p:sp>
    </p:spTree>
    <p:extLst>
      <p:ext uri="{BB962C8B-B14F-4D97-AF65-F5344CB8AC3E}">
        <p14:creationId xmlns:p14="http://schemas.microsoft.com/office/powerpoint/2010/main" val="4219185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Relevance and Importance</a:t>
            </a:r>
            <a:endParaRPr lang="en-IN" dirty="0">
              <a:solidFill>
                <a:srgbClr val="002060"/>
              </a:solidFill>
            </a:endParaRPr>
          </a:p>
        </p:txBody>
      </p:sp>
      <p:sp>
        <p:nvSpPr>
          <p:cNvPr id="5" name="Rectangle 1">
            <a:extLst>
              <a:ext uri="{FF2B5EF4-FFF2-40B4-BE49-F238E27FC236}">
                <a16:creationId xmlns:a16="http://schemas.microsoft.com/office/drawing/2014/main" id="{B99601ED-F8C1-5729-10D4-406DCF5AF6C9}"/>
              </a:ext>
            </a:extLst>
          </p:cNvPr>
          <p:cNvSpPr>
            <a:spLocks noGrp="1" noChangeArrowheads="1"/>
          </p:cNvSpPr>
          <p:nvPr>
            <p:ph idx="1"/>
          </p:nvPr>
        </p:nvSpPr>
        <p:spPr bwMode="auto">
          <a:xfrm>
            <a:off x="838200" y="1736229"/>
            <a:ext cx="793148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 Helps management understand revenue trends.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Identifies high-performing services.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Improves strategic planning.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Supports data-driven decision making.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485C1C91-F70C-409E-B3EB-BA495FFA0DF6}" type="slidenum">
              <a:rPr lang="en-IN" smtClean="0"/>
              <a:pPr/>
              <a:t>5</a:t>
            </a:fld>
            <a:endParaRPr lang="en-IN"/>
          </a:p>
        </p:txBody>
      </p:sp>
    </p:spTree>
    <p:extLst>
      <p:ext uri="{BB962C8B-B14F-4D97-AF65-F5344CB8AC3E}">
        <p14:creationId xmlns:p14="http://schemas.microsoft.com/office/powerpoint/2010/main" val="1189403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Literature review</a:t>
            </a:r>
          </a:p>
        </p:txBody>
      </p:sp>
      <p:sp>
        <p:nvSpPr>
          <p:cNvPr id="5" name="Rectangle 1">
            <a:extLst>
              <a:ext uri="{FF2B5EF4-FFF2-40B4-BE49-F238E27FC236}">
                <a16:creationId xmlns:a16="http://schemas.microsoft.com/office/drawing/2014/main" id="{B930BEDA-6DA5-4A77-A9C5-1EEAF270FCFE}"/>
              </a:ext>
            </a:extLst>
          </p:cNvPr>
          <p:cNvSpPr>
            <a:spLocks noGrp="1" noChangeArrowheads="1"/>
          </p:cNvSpPr>
          <p:nvPr>
            <p:ph idx="1"/>
          </p:nvPr>
        </p:nvSpPr>
        <p:spPr bwMode="auto">
          <a:xfrm>
            <a:off x="309880" y="1485786"/>
            <a:ext cx="10637520" cy="317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Clr>
                <a:schemeClr val="tx1"/>
              </a:buClr>
              <a:buSzPct val="100000"/>
              <a:buFont typeface="Arial" panose="020B0604020202020204" pitchFamily="34" charset="0"/>
              <a:buChar char="•"/>
            </a:pPr>
            <a:r>
              <a:rPr lang="en-US" sz="2400" dirty="0"/>
              <a:t>Previous studies show that data analysis plays an important role in business decision-making. Researchers have highlighted that tools like </a:t>
            </a:r>
            <a:r>
              <a:rPr lang="en-US" sz="2400" b="1" dirty="0"/>
              <a:t>Microsoft Power BI</a:t>
            </a:r>
            <a:r>
              <a:rPr lang="en-US" sz="2400" dirty="0"/>
              <a:t> and </a:t>
            </a:r>
            <a:r>
              <a:rPr lang="en-US" sz="2400" b="1" dirty="0"/>
              <a:t>Tableau</a:t>
            </a:r>
            <a:r>
              <a:rPr lang="en-US" sz="2400" dirty="0"/>
              <a:t> help transform raw data into meaningful insights through dashboards and reports.</a:t>
            </a:r>
          </a:p>
          <a:p>
            <a:pPr>
              <a:buClr>
                <a:schemeClr val="tx1"/>
              </a:buClr>
              <a:buSzPct val="100000"/>
              <a:buFont typeface="Arial" panose="020B0604020202020204" pitchFamily="34" charset="0"/>
              <a:buChar char="•"/>
            </a:pPr>
            <a:r>
              <a:rPr lang="en-US" sz="2400" dirty="0"/>
              <a:t>Literature also suggests that analyzing customer behavior, sales trends, and website performance improves business strategies and operational efficiency. This project applies these data analysis concepts to real company data to generate useful insights.</a:t>
            </a:r>
          </a:p>
        </p:txBody>
      </p:sp>
      <p:sp>
        <p:nvSpPr>
          <p:cNvPr id="6" name="Slide Number Placeholder 5"/>
          <p:cNvSpPr>
            <a:spLocks noGrp="1"/>
          </p:cNvSpPr>
          <p:nvPr>
            <p:ph type="sldNum" sz="quarter" idx="12"/>
          </p:nvPr>
        </p:nvSpPr>
        <p:spPr/>
        <p:txBody>
          <a:bodyPr/>
          <a:lstStyle/>
          <a:p>
            <a:fld id="{485C1C91-F70C-409E-B3EB-BA495FFA0DF6}" type="slidenum">
              <a:rPr lang="en-IN" smtClean="0"/>
              <a:pPr/>
              <a:t>6</a:t>
            </a:fld>
            <a:endParaRPr lang="en-IN"/>
          </a:p>
        </p:txBody>
      </p:sp>
    </p:spTree>
    <p:extLst>
      <p:ext uri="{BB962C8B-B14F-4D97-AF65-F5344CB8AC3E}">
        <p14:creationId xmlns:p14="http://schemas.microsoft.com/office/powerpoint/2010/main" val="1031837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objectives</a:t>
            </a:r>
            <a:endParaRPr lang="en-IN" dirty="0">
              <a:solidFill>
                <a:srgbClr val="002060"/>
              </a:solidFill>
            </a:endParaRPr>
          </a:p>
        </p:txBody>
      </p:sp>
      <p:sp>
        <p:nvSpPr>
          <p:cNvPr id="5" name="Rectangle 1">
            <a:extLst>
              <a:ext uri="{FF2B5EF4-FFF2-40B4-BE49-F238E27FC236}">
                <a16:creationId xmlns:a16="http://schemas.microsoft.com/office/drawing/2014/main" id="{569AE0D6-E171-7DA2-0008-03CB088BF269}"/>
              </a:ext>
            </a:extLst>
          </p:cNvPr>
          <p:cNvSpPr>
            <a:spLocks noGrp="1" noChangeArrowheads="1"/>
          </p:cNvSpPr>
          <p:nvPr>
            <p:ph idx="1"/>
          </p:nvPr>
        </p:nvSpPr>
        <p:spPr bwMode="auto">
          <a:xfrm>
            <a:off x="-179685" y="1511997"/>
            <a:ext cx="10310706" cy="350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identify patterns and trends in client requirements and project types handled by the web development company.</a:t>
            </a:r>
          </a:p>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analyze the relationship between project complexity, development time, and delivery performance.</a:t>
            </a:r>
          </a:p>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evaluate the effectiveness of different technologies and frameworks used in web development projects.</a:t>
            </a:r>
          </a:p>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perform comparative analysis of completed and ongoing projects.</a:t>
            </a:r>
          </a:p>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support strategic planning by providing actionable insights from historical data.</a:t>
            </a:r>
          </a:p>
          <a:p>
            <a:pPr marL="914400" lvl="1" indent="-457200" algn="just">
              <a:buClr>
                <a:schemeClr val="tx1"/>
              </a:buClr>
              <a:buFont typeface="+mj-lt"/>
              <a:buAutoNum type="arabicPeriod"/>
              <a:defRPr sz="2000"/>
            </a:pPr>
            <a:r>
              <a:rPr lang="en-US" dirty="0">
                <a:latin typeface="Times New Roman" panose="02020603050405020304" pitchFamily="18" charset="0"/>
                <a:cs typeface="Times New Roman" panose="02020603050405020304" pitchFamily="18" charset="0"/>
              </a:rPr>
              <a:t>To enhance reporting accuracy through automated dashboards and visual analytics.</a:t>
            </a:r>
          </a:p>
        </p:txBody>
      </p:sp>
      <p:sp>
        <p:nvSpPr>
          <p:cNvPr id="6" name="Slide Number Placeholder 5"/>
          <p:cNvSpPr>
            <a:spLocks noGrp="1"/>
          </p:cNvSpPr>
          <p:nvPr>
            <p:ph type="sldNum" sz="quarter" idx="12"/>
          </p:nvPr>
        </p:nvSpPr>
        <p:spPr/>
        <p:txBody>
          <a:bodyPr/>
          <a:lstStyle/>
          <a:p>
            <a:fld id="{485C1C91-F70C-409E-B3EB-BA495FFA0DF6}" type="slidenum">
              <a:rPr lang="en-IN" smtClean="0"/>
              <a:pPr/>
              <a:t>7</a:t>
            </a:fld>
            <a:endParaRPr lang="en-IN"/>
          </a:p>
        </p:txBody>
      </p:sp>
    </p:spTree>
    <p:extLst>
      <p:ext uri="{BB962C8B-B14F-4D97-AF65-F5344CB8AC3E}">
        <p14:creationId xmlns:p14="http://schemas.microsoft.com/office/powerpoint/2010/main" val="2794907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316080"/>
            <a:ext cx="9905998" cy="1478570"/>
          </a:xfrm>
        </p:spPr>
        <p:txBody>
          <a:bodyPr/>
          <a:lstStyle/>
          <a:p>
            <a:r>
              <a:rPr lang="en-IN" dirty="0">
                <a:solidFill>
                  <a:srgbClr val="002060"/>
                </a:solidFill>
              </a:rPr>
              <a:t>Required Tools and Technology</a:t>
            </a:r>
          </a:p>
        </p:txBody>
      </p:sp>
      <p:sp>
        <p:nvSpPr>
          <p:cNvPr id="6" name="Slide Number Placeholder 5"/>
          <p:cNvSpPr>
            <a:spLocks noGrp="1"/>
          </p:cNvSpPr>
          <p:nvPr>
            <p:ph type="sldNum" sz="quarter" idx="12"/>
          </p:nvPr>
        </p:nvSpPr>
        <p:spPr/>
        <p:txBody>
          <a:bodyPr/>
          <a:lstStyle/>
          <a:p>
            <a:fld id="{485C1C91-F70C-409E-B3EB-BA495FFA0DF6}" type="slidenum">
              <a:rPr lang="en-IN" smtClean="0"/>
              <a:pPr/>
              <a:t>8</a:t>
            </a:fld>
            <a:endParaRPr lang="en-IN"/>
          </a:p>
        </p:txBody>
      </p:sp>
      <p:sp>
        <p:nvSpPr>
          <p:cNvPr id="22" name="TextBox 21">
            <a:extLst>
              <a:ext uri="{FF2B5EF4-FFF2-40B4-BE49-F238E27FC236}">
                <a16:creationId xmlns:a16="http://schemas.microsoft.com/office/drawing/2014/main" id="{B2D29219-A2D6-A9A6-A02E-C213D7B90653}"/>
              </a:ext>
            </a:extLst>
          </p:cNvPr>
          <p:cNvSpPr txBox="1"/>
          <p:nvPr/>
        </p:nvSpPr>
        <p:spPr>
          <a:xfrm>
            <a:off x="6645578" y="3581399"/>
            <a:ext cx="1088239" cy="562093"/>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C0925119-1A96-DB84-6690-1E0A54A0627D}"/>
              </a:ext>
            </a:extLst>
          </p:cNvPr>
          <p:cNvSpPr txBox="1"/>
          <p:nvPr/>
        </p:nvSpPr>
        <p:spPr>
          <a:xfrm>
            <a:off x="1143001" y="1337609"/>
            <a:ext cx="7603821" cy="1938992"/>
          </a:xfrm>
          <a:prstGeom prst="rect">
            <a:avLst/>
          </a:prstGeom>
          <a:noFill/>
        </p:spPr>
        <p:txBody>
          <a:bodyPr wrap="square">
            <a:spAutoFit/>
          </a:bodyPr>
          <a:lstStyle/>
          <a:p>
            <a:r>
              <a:rPr lang="en-IN" sz="2400" dirty="0"/>
              <a:t>• Python (Jupyter Notebook)</a:t>
            </a:r>
            <a:br>
              <a:rPr lang="en-IN" sz="2400" dirty="0"/>
            </a:br>
            <a:r>
              <a:rPr lang="en-IN" sz="2400" dirty="0"/>
              <a:t>• Pandas Library</a:t>
            </a:r>
            <a:br>
              <a:rPr lang="en-IN" sz="2400" dirty="0"/>
            </a:br>
            <a:r>
              <a:rPr lang="en-IN" sz="2400" dirty="0"/>
              <a:t>• Power BI Desktop</a:t>
            </a:r>
            <a:br>
              <a:rPr lang="en-IN" sz="2400" dirty="0"/>
            </a:br>
            <a:r>
              <a:rPr lang="en-IN" sz="2400" dirty="0"/>
              <a:t>• CSV Dataset</a:t>
            </a:r>
            <a:br>
              <a:rPr lang="en-IN" sz="2400" dirty="0"/>
            </a:br>
            <a:r>
              <a:rPr lang="en-IN" sz="2400" dirty="0"/>
              <a:t>• Basic DAX Functions</a:t>
            </a:r>
          </a:p>
        </p:txBody>
      </p:sp>
    </p:spTree>
    <p:extLst>
      <p:ext uri="{BB962C8B-B14F-4D97-AF65-F5344CB8AC3E}">
        <p14:creationId xmlns:p14="http://schemas.microsoft.com/office/powerpoint/2010/main" val="434613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4215" y="375450"/>
            <a:ext cx="9905998" cy="1478570"/>
          </a:xfrm>
        </p:spPr>
        <p:txBody>
          <a:bodyPr/>
          <a:lstStyle/>
          <a:p>
            <a:r>
              <a:rPr lang="en-IN" dirty="0">
                <a:solidFill>
                  <a:srgbClr val="002060"/>
                </a:solidFill>
              </a:rPr>
              <a:t>Method/ Approach</a:t>
            </a:r>
          </a:p>
        </p:txBody>
      </p:sp>
      <p:sp>
        <p:nvSpPr>
          <p:cNvPr id="5" name="Rectangle 1">
            <a:extLst>
              <a:ext uri="{FF2B5EF4-FFF2-40B4-BE49-F238E27FC236}">
                <a16:creationId xmlns:a16="http://schemas.microsoft.com/office/drawing/2014/main" id="{DC619DDE-8D3E-9E1D-7A11-C5486D3A423E}"/>
              </a:ext>
            </a:extLst>
          </p:cNvPr>
          <p:cNvSpPr>
            <a:spLocks noGrp="1" noChangeArrowheads="1"/>
          </p:cNvSpPr>
          <p:nvPr>
            <p:ph idx="1"/>
          </p:nvPr>
        </p:nvSpPr>
        <p:spPr bwMode="auto">
          <a:xfrm>
            <a:off x="729934" y="1446198"/>
            <a:ext cx="820239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None/>
            </a:pPr>
            <a:r>
              <a:rPr lang="en-IN" sz="2400" dirty="0"/>
              <a:t>1: Data Collection (Company Dataset)</a:t>
            </a:r>
            <a:br>
              <a:rPr lang="en-IN" sz="2400" dirty="0"/>
            </a:br>
            <a:r>
              <a:rPr lang="en-IN" sz="2400" dirty="0"/>
              <a:t>2: Data Cleaning in Jupyter Notebook</a:t>
            </a:r>
            <a:br>
              <a:rPr lang="en-IN" sz="2400" dirty="0"/>
            </a:br>
            <a:r>
              <a:rPr lang="en-IN" sz="2400" dirty="0"/>
              <a:t>3: Exploratory Data Analysis</a:t>
            </a:r>
            <a:br>
              <a:rPr lang="en-IN" sz="2400" dirty="0"/>
            </a:br>
            <a:r>
              <a:rPr lang="en-IN" sz="2400" dirty="0"/>
              <a:t>4: Import Data into Power BI</a:t>
            </a:r>
            <a:br>
              <a:rPr lang="en-IN" sz="2400" dirty="0"/>
            </a:br>
            <a:r>
              <a:rPr lang="en-IN" sz="2400" dirty="0"/>
              <a:t>5: Create DAX Measures (Total Revenue)</a:t>
            </a:r>
            <a:br>
              <a:rPr lang="en-IN" sz="2400" dirty="0"/>
            </a:br>
            <a:r>
              <a:rPr lang="en-IN" sz="2400" dirty="0"/>
              <a:t>6: Build Dashboard Visualizations</a:t>
            </a:r>
            <a:br>
              <a:rPr lang="en-IN" sz="2400" dirty="0"/>
            </a:br>
            <a:r>
              <a:rPr lang="en-IN" sz="2400" dirty="0"/>
              <a:t>7: Analyze Insights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485C1C91-F70C-409E-B3EB-BA495FFA0DF6}" type="slidenum">
              <a:rPr lang="en-IN" smtClean="0"/>
              <a:pPr/>
              <a:t>9</a:t>
            </a:fld>
            <a:endParaRPr lang="en-IN" dirty="0"/>
          </a:p>
        </p:txBody>
      </p:sp>
    </p:spTree>
    <p:extLst>
      <p:ext uri="{BB962C8B-B14F-4D97-AF65-F5344CB8AC3E}">
        <p14:creationId xmlns:p14="http://schemas.microsoft.com/office/powerpoint/2010/main" val="415368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4912AF-3832-775E-1D59-C1726281971A}"/>
              </a:ext>
            </a:extLst>
          </p:cNvPr>
          <p:cNvSpPr>
            <a:spLocks noGrp="1"/>
          </p:cNvSpPr>
          <p:nvPr>
            <p:ph type="sldNum" sz="quarter" idx="12"/>
          </p:nvPr>
        </p:nvSpPr>
        <p:spPr/>
        <p:txBody>
          <a:bodyPr/>
          <a:lstStyle/>
          <a:p>
            <a:fld id="{485C1C91-F70C-409E-B3EB-BA495FFA0DF6}" type="slidenum">
              <a:rPr lang="en-IN" smtClean="0"/>
              <a:pPr/>
              <a:t>10</a:t>
            </a:fld>
            <a:endParaRPr lang="en-IN"/>
          </a:p>
        </p:txBody>
      </p:sp>
      <p:sp>
        <p:nvSpPr>
          <p:cNvPr id="8" name="TextBox 7">
            <a:extLst>
              <a:ext uri="{FF2B5EF4-FFF2-40B4-BE49-F238E27FC236}">
                <a16:creationId xmlns:a16="http://schemas.microsoft.com/office/drawing/2014/main" id="{B66F2F18-0DB6-1AC1-6521-C58A7A85908A}"/>
              </a:ext>
            </a:extLst>
          </p:cNvPr>
          <p:cNvSpPr txBox="1"/>
          <p:nvPr/>
        </p:nvSpPr>
        <p:spPr>
          <a:xfrm>
            <a:off x="4038218" y="-2794"/>
            <a:ext cx="5130800" cy="646331"/>
          </a:xfrm>
          <a:prstGeom prst="rect">
            <a:avLst/>
          </a:prstGeom>
          <a:noFill/>
        </p:spPr>
        <p:txBody>
          <a:bodyPr wrap="square">
            <a:spAutoFit/>
          </a:bodyPr>
          <a:lstStyle/>
          <a:p>
            <a:r>
              <a:rPr lang="en-US" sz="3600" dirty="0">
                <a:solidFill>
                  <a:srgbClr val="002060"/>
                </a:solidFill>
              </a:rPr>
              <a:t>S</a:t>
            </a:r>
            <a:r>
              <a:rPr lang="en-IN" sz="3600" dirty="0" err="1">
                <a:solidFill>
                  <a:srgbClr val="002060"/>
                </a:solidFill>
              </a:rPr>
              <a:t>creen</a:t>
            </a:r>
            <a:r>
              <a:rPr lang="en-IN" sz="3600" dirty="0">
                <a:solidFill>
                  <a:srgbClr val="002060"/>
                </a:solidFill>
              </a:rPr>
              <a:t> shots</a:t>
            </a:r>
            <a:endParaRPr lang="en-IN" sz="3600" dirty="0"/>
          </a:p>
        </p:txBody>
      </p:sp>
      <p:pic>
        <p:nvPicPr>
          <p:cNvPr id="10" name="Picture 9">
            <a:extLst>
              <a:ext uri="{FF2B5EF4-FFF2-40B4-BE49-F238E27FC236}">
                <a16:creationId xmlns:a16="http://schemas.microsoft.com/office/drawing/2014/main" id="{692C9E2F-9CF0-029F-381F-3D06676CB235}"/>
              </a:ext>
            </a:extLst>
          </p:cNvPr>
          <p:cNvPicPr>
            <a:picLocks noChangeAspect="1"/>
          </p:cNvPicPr>
          <p:nvPr/>
        </p:nvPicPr>
        <p:blipFill>
          <a:blip r:embed="rId2">
            <a:extLst>
              <a:ext uri="{28A0092B-C50C-407E-A947-70E740481C1C}">
                <a14:useLocalDpi xmlns:a14="http://schemas.microsoft.com/office/drawing/2010/main" val="0"/>
              </a:ext>
            </a:extLst>
          </a:blip>
          <a:srcRect l="2697" r="40683"/>
          <a:stretch>
            <a:fillRect/>
          </a:stretch>
        </p:blipFill>
        <p:spPr>
          <a:xfrm>
            <a:off x="4982964" y="773175"/>
            <a:ext cx="3473158" cy="2625692"/>
          </a:xfrm>
          <a:prstGeom prst="rect">
            <a:avLst/>
          </a:prstGeom>
        </p:spPr>
      </p:pic>
      <p:pic>
        <p:nvPicPr>
          <p:cNvPr id="18" name="Picture 17">
            <a:extLst>
              <a:ext uri="{FF2B5EF4-FFF2-40B4-BE49-F238E27FC236}">
                <a16:creationId xmlns:a16="http://schemas.microsoft.com/office/drawing/2014/main" id="{4CEB2FBF-82CE-5431-0C00-9942C1B08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3175"/>
            <a:ext cx="4060731" cy="2657928"/>
          </a:xfrm>
          <a:prstGeom prst="rect">
            <a:avLst/>
          </a:prstGeom>
        </p:spPr>
      </p:pic>
      <p:sp>
        <p:nvSpPr>
          <p:cNvPr id="19" name="TextBox 18">
            <a:extLst>
              <a:ext uri="{FF2B5EF4-FFF2-40B4-BE49-F238E27FC236}">
                <a16:creationId xmlns:a16="http://schemas.microsoft.com/office/drawing/2014/main" id="{5EA9BFEB-7EA8-8452-B6F9-B63CFD1B9E92}"/>
              </a:ext>
            </a:extLst>
          </p:cNvPr>
          <p:cNvSpPr txBox="1"/>
          <p:nvPr/>
        </p:nvSpPr>
        <p:spPr>
          <a:xfrm>
            <a:off x="1452498" y="3370828"/>
            <a:ext cx="2585720" cy="307777"/>
          </a:xfrm>
          <a:prstGeom prst="rect">
            <a:avLst/>
          </a:prstGeom>
          <a:noFill/>
        </p:spPr>
        <p:txBody>
          <a:bodyPr wrap="square" rtlCol="0">
            <a:spAutoFit/>
          </a:bodyPr>
          <a:lstStyle/>
          <a:p>
            <a:r>
              <a:rPr lang="en-US" sz="1400" dirty="0"/>
              <a:t>Screenshot 1</a:t>
            </a:r>
            <a:endParaRPr lang="en-IN" sz="1400" dirty="0"/>
          </a:p>
        </p:txBody>
      </p:sp>
      <p:sp>
        <p:nvSpPr>
          <p:cNvPr id="20" name="TextBox 19">
            <a:extLst>
              <a:ext uri="{FF2B5EF4-FFF2-40B4-BE49-F238E27FC236}">
                <a16:creationId xmlns:a16="http://schemas.microsoft.com/office/drawing/2014/main" id="{FD518E69-2A44-8042-5ED2-C34CC0AA81C3}"/>
              </a:ext>
            </a:extLst>
          </p:cNvPr>
          <p:cNvSpPr txBox="1"/>
          <p:nvPr/>
        </p:nvSpPr>
        <p:spPr>
          <a:xfrm>
            <a:off x="6025342" y="3429000"/>
            <a:ext cx="1635760" cy="307777"/>
          </a:xfrm>
          <a:prstGeom prst="rect">
            <a:avLst/>
          </a:prstGeom>
          <a:noFill/>
        </p:spPr>
        <p:txBody>
          <a:bodyPr wrap="square" rtlCol="0">
            <a:spAutoFit/>
          </a:bodyPr>
          <a:lstStyle/>
          <a:p>
            <a:r>
              <a:rPr lang="en-US" sz="1400" dirty="0"/>
              <a:t>Screenshot 2</a:t>
            </a:r>
            <a:endParaRPr lang="en-IN" sz="1400" dirty="0"/>
          </a:p>
        </p:txBody>
      </p:sp>
      <p:pic>
        <p:nvPicPr>
          <p:cNvPr id="12" name="Picture 11">
            <a:extLst>
              <a:ext uri="{FF2B5EF4-FFF2-40B4-BE49-F238E27FC236}">
                <a16:creationId xmlns:a16="http://schemas.microsoft.com/office/drawing/2014/main" id="{920A22E8-685D-B515-6032-61164EB779F9}"/>
              </a:ext>
            </a:extLst>
          </p:cNvPr>
          <p:cNvPicPr>
            <a:picLocks noChangeAspect="1"/>
          </p:cNvPicPr>
          <p:nvPr/>
        </p:nvPicPr>
        <p:blipFill>
          <a:blip r:embed="rId4">
            <a:extLst>
              <a:ext uri="{28A0092B-C50C-407E-A947-70E740481C1C}">
                <a14:useLocalDpi xmlns:a14="http://schemas.microsoft.com/office/drawing/2010/main" val="0"/>
              </a:ext>
            </a:extLst>
          </a:blip>
          <a:srcRect t="23126"/>
          <a:stretch>
            <a:fillRect/>
          </a:stretch>
        </p:blipFill>
        <p:spPr>
          <a:xfrm>
            <a:off x="4982964" y="3864686"/>
            <a:ext cx="3966237" cy="2731937"/>
          </a:xfrm>
          <a:prstGeom prst="rect">
            <a:avLst/>
          </a:prstGeom>
        </p:spPr>
      </p:pic>
      <p:pic>
        <p:nvPicPr>
          <p:cNvPr id="16" name="Picture 15">
            <a:extLst>
              <a:ext uri="{FF2B5EF4-FFF2-40B4-BE49-F238E27FC236}">
                <a16:creationId xmlns:a16="http://schemas.microsoft.com/office/drawing/2014/main" id="{CF40F10D-ADAD-0616-3899-AFC543F926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193" y="3970931"/>
            <a:ext cx="3464560" cy="2435556"/>
          </a:xfrm>
          <a:prstGeom prst="rect">
            <a:avLst/>
          </a:prstGeom>
        </p:spPr>
      </p:pic>
      <p:sp>
        <p:nvSpPr>
          <p:cNvPr id="7" name="TextBox 6">
            <a:extLst>
              <a:ext uri="{FF2B5EF4-FFF2-40B4-BE49-F238E27FC236}">
                <a16:creationId xmlns:a16="http://schemas.microsoft.com/office/drawing/2014/main" id="{09ABCB64-75FA-9062-6945-25F63907984A}"/>
              </a:ext>
            </a:extLst>
          </p:cNvPr>
          <p:cNvSpPr txBox="1"/>
          <p:nvPr/>
        </p:nvSpPr>
        <p:spPr>
          <a:xfrm>
            <a:off x="1406778" y="6466127"/>
            <a:ext cx="2631440" cy="307777"/>
          </a:xfrm>
          <a:prstGeom prst="rect">
            <a:avLst/>
          </a:prstGeom>
          <a:noFill/>
        </p:spPr>
        <p:txBody>
          <a:bodyPr wrap="square" rtlCol="0">
            <a:spAutoFit/>
          </a:bodyPr>
          <a:lstStyle/>
          <a:p>
            <a:r>
              <a:rPr lang="en-US" sz="1400" dirty="0"/>
              <a:t>Screenshot 3</a:t>
            </a:r>
            <a:endParaRPr lang="en-IN" sz="1400" dirty="0"/>
          </a:p>
        </p:txBody>
      </p:sp>
      <p:sp>
        <p:nvSpPr>
          <p:cNvPr id="9" name="TextBox 8">
            <a:extLst>
              <a:ext uri="{FF2B5EF4-FFF2-40B4-BE49-F238E27FC236}">
                <a16:creationId xmlns:a16="http://schemas.microsoft.com/office/drawing/2014/main" id="{7349E3BC-B0B0-5E82-DFBB-C11C600B961D}"/>
              </a:ext>
            </a:extLst>
          </p:cNvPr>
          <p:cNvSpPr txBox="1"/>
          <p:nvPr/>
        </p:nvSpPr>
        <p:spPr>
          <a:xfrm>
            <a:off x="6242130" y="6490814"/>
            <a:ext cx="1990898" cy="307777"/>
          </a:xfrm>
          <a:prstGeom prst="rect">
            <a:avLst/>
          </a:prstGeom>
          <a:noFill/>
        </p:spPr>
        <p:txBody>
          <a:bodyPr wrap="square">
            <a:spAutoFit/>
          </a:bodyPr>
          <a:lstStyle/>
          <a:p>
            <a:r>
              <a:rPr lang="en-US" sz="1400" dirty="0"/>
              <a:t>Screenshot 4</a:t>
            </a:r>
            <a:endParaRPr lang="en-IN" sz="1400" dirty="0"/>
          </a:p>
        </p:txBody>
      </p:sp>
    </p:spTree>
    <p:extLst>
      <p:ext uri="{BB962C8B-B14F-4D97-AF65-F5344CB8AC3E}">
        <p14:creationId xmlns:p14="http://schemas.microsoft.com/office/powerpoint/2010/main" val="3420055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7454067-5260-593A-3E86-E5B5C4A35CD7}"/>
              </a:ext>
            </a:extLst>
          </p:cNvPr>
          <p:cNvSpPr>
            <a:spLocks noGrp="1"/>
          </p:cNvSpPr>
          <p:nvPr>
            <p:ph type="sldNum" sz="quarter" idx="12"/>
          </p:nvPr>
        </p:nvSpPr>
        <p:spPr/>
        <p:txBody>
          <a:bodyPr/>
          <a:lstStyle/>
          <a:p>
            <a:fld id="{485C1C91-F70C-409E-B3EB-BA495FFA0DF6}" type="slidenum">
              <a:rPr lang="en-IN" smtClean="0"/>
              <a:pPr/>
              <a:t>11</a:t>
            </a:fld>
            <a:endParaRPr lang="en-IN"/>
          </a:p>
        </p:txBody>
      </p:sp>
      <p:pic>
        <p:nvPicPr>
          <p:cNvPr id="16" name="Picture 15">
            <a:extLst>
              <a:ext uri="{FF2B5EF4-FFF2-40B4-BE49-F238E27FC236}">
                <a16:creationId xmlns:a16="http://schemas.microsoft.com/office/drawing/2014/main" id="{2D142138-304B-DDEF-85C2-A4671418CB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583457"/>
            <a:ext cx="4673600" cy="2629127"/>
          </a:xfrm>
          <a:prstGeom prst="rect">
            <a:avLst/>
          </a:prstGeom>
        </p:spPr>
      </p:pic>
      <p:pic>
        <p:nvPicPr>
          <p:cNvPr id="18" name="Picture 17">
            <a:extLst>
              <a:ext uri="{FF2B5EF4-FFF2-40B4-BE49-F238E27FC236}">
                <a16:creationId xmlns:a16="http://schemas.microsoft.com/office/drawing/2014/main" id="{BAF3BF34-7BD6-6CD2-AA50-62FC8D38F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2" y="628319"/>
            <a:ext cx="4673600" cy="2552089"/>
          </a:xfrm>
          <a:prstGeom prst="rect">
            <a:avLst/>
          </a:prstGeom>
        </p:spPr>
      </p:pic>
      <p:pic>
        <p:nvPicPr>
          <p:cNvPr id="20" name="Picture 19">
            <a:extLst>
              <a:ext uri="{FF2B5EF4-FFF2-40B4-BE49-F238E27FC236}">
                <a16:creationId xmlns:a16="http://schemas.microsoft.com/office/drawing/2014/main" id="{0BAE2255-766B-9752-A93B-2EE91D79AD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2941" y="3563411"/>
            <a:ext cx="4673600" cy="2828360"/>
          </a:xfrm>
          <a:prstGeom prst="rect">
            <a:avLst/>
          </a:prstGeom>
        </p:spPr>
      </p:pic>
      <p:pic>
        <p:nvPicPr>
          <p:cNvPr id="22" name="Picture 21">
            <a:extLst>
              <a:ext uri="{FF2B5EF4-FFF2-40B4-BE49-F238E27FC236}">
                <a16:creationId xmlns:a16="http://schemas.microsoft.com/office/drawing/2014/main" id="{2CBDF372-5701-115A-3176-0B9FB56B7A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125" y="3563411"/>
            <a:ext cx="4722149" cy="2629128"/>
          </a:xfrm>
          <a:prstGeom prst="rect">
            <a:avLst/>
          </a:prstGeom>
        </p:spPr>
      </p:pic>
      <p:sp>
        <p:nvSpPr>
          <p:cNvPr id="24" name="TextBox 23">
            <a:extLst>
              <a:ext uri="{FF2B5EF4-FFF2-40B4-BE49-F238E27FC236}">
                <a16:creationId xmlns:a16="http://schemas.microsoft.com/office/drawing/2014/main" id="{4F1CA50C-978A-0B39-38F0-6F711732D190}"/>
              </a:ext>
            </a:extLst>
          </p:cNvPr>
          <p:cNvSpPr txBox="1"/>
          <p:nvPr/>
        </p:nvSpPr>
        <p:spPr>
          <a:xfrm>
            <a:off x="1884750" y="3200936"/>
            <a:ext cx="1673860" cy="307777"/>
          </a:xfrm>
          <a:prstGeom prst="rect">
            <a:avLst/>
          </a:prstGeom>
          <a:noFill/>
        </p:spPr>
        <p:txBody>
          <a:bodyPr wrap="square">
            <a:spAutoFit/>
          </a:bodyPr>
          <a:lstStyle/>
          <a:p>
            <a:r>
              <a:rPr lang="en-US" sz="1400" dirty="0"/>
              <a:t>Screenshot 5 </a:t>
            </a:r>
            <a:endParaRPr lang="en-IN" sz="1400" dirty="0"/>
          </a:p>
        </p:txBody>
      </p:sp>
      <p:sp>
        <p:nvSpPr>
          <p:cNvPr id="26" name="TextBox 25">
            <a:extLst>
              <a:ext uri="{FF2B5EF4-FFF2-40B4-BE49-F238E27FC236}">
                <a16:creationId xmlns:a16="http://schemas.microsoft.com/office/drawing/2014/main" id="{DE515744-1464-A998-52B0-610E0E688076}"/>
              </a:ext>
            </a:extLst>
          </p:cNvPr>
          <p:cNvSpPr txBox="1"/>
          <p:nvPr/>
        </p:nvSpPr>
        <p:spPr>
          <a:xfrm>
            <a:off x="6686552" y="3124242"/>
            <a:ext cx="1358900" cy="307777"/>
          </a:xfrm>
          <a:prstGeom prst="rect">
            <a:avLst/>
          </a:prstGeom>
          <a:noFill/>
        </p:spPr>
        <p:txBody>
          <a:bodyPr wrap="square">
            <a:spAutoFit/>
          </a:bodyPr>
          <a:lstStyle/>
          <a:p>
            <a:r>
              <a:rPr lang="en-US" sz="1400" dirty="0"/>
              <a:t>Screenshot 6</a:t>
            </a:r>
            <a:endParaRPr lang="en-IN" sz="1400" dirty="0"/>
          </a:p>
        </p:txBody>
      </p:sp>
      <p:sp>
        <p:nvSpPr>
          <p:cNvPr id="28" name="TextBox 27">
            <a:extLst>
              <a:ext uri="{FF2B5EF4-FFF2-40B4-BE49-F238E27FC236}">
                <a16:creationId xmlns:a16="http://schemas.microsoft.com/office/drawing/2014/main" id="{72BBAD5D-4139-E79F-31DE-9ED8DBE469A9}"/>
              </a:ext>
            </a:extLst>
          </p:cNvPr>
          <p:cNvSpPr txBox="1"/>
          <p:nvPr/>
        </p:nvSpPr>
        <p:spPr>
          <a:xfrm>
            <a:off x="1966030" y="6252598"/>
            <a:ext cx="1511300" cy="307777"/>
          </a:xfrm>
          <a:prstGeom prst="rect">
            <a:avLst/>
          </a:prstGeom>
          <a:noFill/>
        </p:spPr>
        <p:txBody>
          <a:bodyPr wrap="square">
            <a:spAutoFit/>
          </a:bodyPr>
          <a:lstStyle/>
          <a:p>
            <a:r>
              <a:rPr lang="en-US" sz="1400" dirty="0"/>
              <a:t>Screenshot 7</a:t>
            </a:r>
            <a:endParaRPr lang="en-IN" sz="1400" dirty="0"/>
          </a:p>
        </p:txBody>
      </p:sp>
      <p:sp>
        <p:nvSpPr>
          <p:cNvPr id="30" name="TextBox 29">
            <a:extLst>
              <a:ext uri="{FF2B5EF4-FFF2-40B4-BE49-F238E27FC236}">
                <a16:creationId xmlns:a16="http://schemas.microsoft.com/office/drawing/2014/main" id="{B753E717-6F8A-79F4-CA6E-C81AB023DF79}"/>
              </a:ext>
            </a:extLst>
          </p:cNvPr>
          <p:cNvSpPr txBox="1"/>
          <p:nvPr/>
        </p:nvSpPr>
        <p:spPr>
          <a:xfrm>
            <a:off x="7130163" y="6391771"/>
            <a:ext cx="1358900" cy="307777"/>
          </a:xfrm>
          <a:prstGeom prst="rect">
            <a:avLst/>
          </a:prstGeom>
          <a:noFill/>
        </p:spPr>
        <p:txBody>
          <a:bodyPr wrap="square">
            <a:spAutoFit/>
          </a:bodyPr>
          <a:lstStyle/>
          <a:p>
            <a:r>
              <a:rPr lang="en-US" sz="1400" dirty="0"/>
              <a:t>Screenshot 8</a:t>
            </a:r>
            <a:endParaRPr lang="en-IN" sz="1400" dirty="0"/>
          </a:p>
        </p:txBody>
      </p:sp>
    </p:spTree>
    <p:extLst>
      <p:ext uri="{BB962C8B-B14F-4D97-AF65-F5344CB8AC3E}">
        <p14:creationId xmlns:p14="http://schemas.microsoft.com/office/powerpoint/2010/main" val="2757920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2060"/>
                </a:solidFill>
              </a:rPr>
              <a:t>Bibliography</a:t>
            </a:r>
          </a:p>
        </p:txBody>
      </p:sp>
      <p:sp>
        <p:nvSpPr>
          <p:cNvPr id="6" name="Slide Number Placeholder 5"/>
          <p:cNvSpPr>
            <a:spLocks noGrp="1"/>
          </p:cNvSpPr>
          <p:nvPr>
            <p:ph type="sldNum" sz="quarter" idx="12"/>
          </p:nvPr>
        </p:nvSpPr>
        <p:spPr/>
        <p:txBody>
          <a:bodyPr/>
          <a:lstStyle/>
          <a:p>
            <a:fld id="{485C1C91-F70C-409E-B3EB-BA495FFA0DF6}" type="slidenum">
              <a:rPr lang="en-IN" smtClean="0"/>
              <a:pPr/>
              <a:t>12</a:t>
            </a:fld>
            <a:endParaRPr lang="en-IN"/>
          </a:p>
        </p:txBody>
      </p:sp>
      <p:sp>
        <p:nvSpPr>
          <p:cNvPr id="5" name="TextBox 4">
            <a:extLst>
              <a:ext uri="{FF2B5EF4-FFF2-40B4-BE49-F238E27FC236}">
                <a16:creationId xmlns:a16="http://schemas.microsoft.com/office/drawing/2014/main" id="{27B1CE7C-B36A-572C-B4FA-261D209254F9}"/>
              </a:ext>
            </a:extLst>
          </p:cNvPr>
          <p:cNvSpPr txBox="1"/>
          <p:nvPr/>
        </p:nvSpPr>
        <p:spPr>
          <a:xfrm>
            <a:off x="838200" y="1859340"/>
            <a:ext cx="6096000" cy="1200329"/>
          </a:xfrm>
          <a:prstGeom prst="rect">
            <a:avLst/>
          </a:prstGeom>
          <a:noFill/>
        </p:spPr>
        <p:txBody>
          <a:bodyPr wrap="square">
            <a:spAutoFit/>
          </a:bodyPr>
          <a:lstStyle/>
          <a:p>
            <a:r>
              <a:rPr lang="en-IN" sz="2400" dirty="0"/>
              <a:t>[1] Microsoft Power BI Documentation</a:t>
            </a:r>
            <a:br>
              <a:rPr lang="en-IN" sz="2400" dirty="0"/>
            </a:br>
            <a:r>
              <a:rPr lang="en-IN" sz="2400" dirty="0"/>
              <a:t>[2] Python Pandas Official Documentation</a:t>
            </a:r>
            <a:br>
              <a:rPr lang="en-IN" sz="2400" dirty="0"/>
            </a:br>
            <a:r>
              <a:rPr lang="en-IN" sz="2400" dirty="0"/>
              <a:t>[3] Company Internal Dataset</a:t>
            </a:r>
          </a:p>
        </p:txBody>
      </p:sp>
    </p:spTree>
    <p:extLst>
      <p:ext uri="{BB962C8B-B14F-4D97-AF65-F5344CB8AC3E}">
        <p14:creationId xmlns:p14="http://schemas.microsoft.com/office/powerpoint/2010/main" val="198073315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561</TotalTime>
  <Words>514</Words>
  <Application>Microsoft Office PowerPoint</Application>
  <PresentationFormat>Widescreen</PresentationFormat>
  <Paragraphs>60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Times New Roman</vt:lpstr>
      <vt:lpstr>Trebuchet MS</vt:lpstr>
      <vt:lpstr>Wingdings 3</vt:lpstr>
      <vt:lpstr>Facet</vt:lpstr>
      <vt:lpstr>PowerPoint Presentation</vt:lpstr>
      <vt:lpstr>Index</vt:lpstr>
      <vt:lpstr>Introduction</vt:lpstr>
      <vt:lpstr>Background and Motivation</vt:lpstr>
      <vt:lpstr>Relevance and Importance</vt:lpstr>
      <vt:lpstr>Literature review</vt:lpstr>
      <vt:lpstr>objectives</vt:lpstr>
      <vt:lpstr>Required Tools and Technology</vt:lpstr>
      <vt:lpstr>Method/ Approach</vt:lpstr>
      <vt:lpstr>PowerPoint Presentation</vt:lpstr>
      <vt:lpstr>PowerPoint Presentation</vt:lpstr>
      <vt:lpstr>Bibliography</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SUBJECT NAME</dc:title>
  <dc:creator>Utsav Yagnik</dc:creator>
  <cp:lastModifiedBy>Shyam Prajapati</cp:lastModifiedBy>
  <cp:revision>26</cp:revision>
  <dcterms:created xsi:type="dcterms:W3CDTF">2020-09-07T10:12:37Z</dcterms:created>
  <dcterms:modified xsi:type="dcterms:W3CDTF">2026-03-26T08:11:02Z</dcterms:modified>
</cp:coreProperties>
</file>